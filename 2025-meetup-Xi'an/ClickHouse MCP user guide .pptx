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autoCompressPictures="0">
  <p:sldMasterIdLst>
    <p:sldMasterId id="2147483789" r:id="rId1"/>
    <p:sldMasterId id="2147483839" r:id="rId2"/>
  </p:sldMasterIdLst>
  <p:notesMasterIdLst>
    <p:notesMasterId r:id="rId11"/>
  </p:notesMasterIdLst>
  <p:sldIdLst>
    <p:sldId id="256" r:id="rId3"/>
    <p:sldId id="314" r:id="rId4"/>
    <p:sldId id="316" r:id="rId5"/>
    <p:sldId id="3643" r:id="rId6"/>
    <p:sldId id="3644" r:id="rId7"/>
    <p:sldId id="3645" r:id="rId8"/>
    <p:sldId id="3646" r:id="rId9"/>
    <p:sldId id="313" r:id="rId10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CFF4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7629CDAD-CC9F-4814-B895-1A51D7C17CEF}">
  <a:tblStyle styleId="{7629CDAD-CC9F-4814-B895-1A51D7C17CEF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787"/>
    <p:restoredTop sz="81094"/>
  </p:normalViewPr>
  <p:slideViewPr>
    <p:cSldViewPr snapToGrid="0">
      <p:cViewPr varScale="1">
        <p:scale>
          <a:sx n="134" d="100"/>
          <a:sy n="134" d="100"/>
        </p:scale>
        <p:origin x="216" y="17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tableStyles" Target="tableStyle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9" name="Google Shape;1019;g2392549bb30_0_1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0" name="Google Shape;1020;g2392549bb30_0_1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g29a6ff5e82d_0_2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6" name="Google Shape;376;g29a6ff5e82d_0_2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99684236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4">
          <a:extLst>
            <a:ext uri="{FF2B5EF4-FFF2-40B4-BE49-F238E27FC236}">
              <a16:creationId xmlns:a16="http://schemas.microsoft.com/office/drawing/2014/main" id="{E2226850-2CA6-1B7B-15B9-6F2770BD24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g29a6ff5e82d_0_249:notes">
            <a:extLst>
              <a:ext uri="{FF2B5EF4-FFF2-40B4-BE49-F238E27FC236}">
                <a16:creationId xmlns:a16="http://schemas.microsoft.com/office/drawing/2014/main" id="{F3427E61-C76C-116C-B26F-7AE0DC31A34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6" name="Google Shape;376;g29a6ff5e82d_0_249:notes">
            <a:extLst>
              <a:ext uri="{FF2B5EF4-FFF2-40B4-BE49-F238E27FC236}">
                <a16:creationId xmlns:a16="http://schemas.microsoft.com/office/drawing/2014/main" id="{FB964D0E-19B7-D627-92AE-221540B7B2F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38756759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4">
          <a:extLst>
            <a:ext uri="{FF2B5EF4-FFF2-40B4-BE49-F238E27FC236}">
              <a16:creationId xmlns:a16="http://schemas.microsoft.com/office/drawing/2014/main" id="{590B1CA4-B982-2900-79C0-A25097EB54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g29a6ff5e82d_0_249:notes">
            <a:extLst>
              <a:ext uri="{FF2B5EF4-FFF2-40B4-BE49-F238E27FC236}">
                <a16:creationId xmlns:a16="http://schemas.microsoft.com/office/drawing/2014/main" id="{8C9CBF95-813D-F73F-4DF6-3415DC163A1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6" name="Google Shape;376;g29a6ff5e82d_0_249:notes">
            <a:extLst>
              <a:ext uri="{FF2B5EF4-FFF2-40B4-BE49-F238E27FC236}">
                <a16:creationId xmlns:a16="http://schemas.microsoft.com/office/drawing/2014/main" id="{4793D7DA-0035-50EE-4D01-D7FF560BBD8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9252743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4">
          <a:extLst>
            <a:ext uri="{FF2B5EF4-FFF2-40B4-BE49-F238E27FC236}">
              <a16:creationId xmlns:a16="http://schemas.microsoft.com/office/drawing/2014/main" id="{3380814A-8B11-DB09-93BC-FE1EE13CF3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g29a6ff5e82d_0_249:notes">
            <a:extLst>
              <a:ext uri="{FF2B5EF4-FFF2-40B4-BE49-F238E27FC236}">
                <a16:creationId xmlns:a16="http://schemas.microsoft.com/office/drawing/2014/main" id="{4A553297-E209-1D8C-AE20-BC024D3C095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6" name="Google Shape;376;g29a6ff5e82d_0_249:notes">
            <a:extLst>
              <a:ext uri="{FF2B5EF4-FFF2-40B4-BE49-F238E27FC236}">
                <a16:creationId xmlns:a16="http://schemas.microsoft.com/office/drawing/2014/main" id="{EFDC4551-80C0-F8A7-33E0-F49C2004DD5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13574946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0" name="Google Shape;1960;g2915e5c5fcc_0_44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1" name="Google Shape;1961;g2915e5c5fcc_0_44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presentation">
  <p:cSld name="Title presentation">
    <p:bg>
      <p:bgPr>
        <a:solidFill>
          <a:schemeClr val="dk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4397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Font typeface="Inter ExtraBold"/>
              <a:buNone/>
              <a:defRPr sz="5200" b="0">
                <a:latin typeface="Inter ExtraBold"/>
                <a:ea typeface="Inter ExtraBold"/>
                <a:cs typeface="Inter ExtraBold"/>
                <a:sym typeface="Inter ExtraBo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Font typeface="Inter ExtraBold"/>
              <a:buNone/>
              <a:defRPr sz="5200" b="0">
                <a:latin typeface="Inter ExtraBold"/>
                <a:ea typeface="Inter ExtraBold"/>
                <a:cs typeface="Inter ExtraBold"/>
                <a:sym typeface="Inter ExtraBo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Font typeface="Inter ExtraBold"/>
              <a:buNone/>
              <a:defRPr sz="5200" b="0">
                <a:latin typeface="Inter ExtraBold"/>
                <a:ea typeface="Inter ExtraBold"/>
                <a:cs typeface="Inter ExtraBold"/>
                <a:sym typeface="Inter ExtraBo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Font typeface="Inter ExtraBold"/>
              <a:buNone/>
              <a:defRPr sz="5200" b="0">
                <a:latin typeface="Inter ExtraBold"/>
                <a:ea typeface="Inter ExtraBold"/>
                <a:cs typeface="Inter ExtraBold"/>
                <a:sym typeface="Inter ExtraBo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Font typeface="Inter ExtraBold"/>
              <a:buNone/>
              <a:defRPr sz="5200" b="0">
                <a:latin typeface="Inter ExtraBold"/>
                <a:ea typeface="Inter ExtraBold"/>
                <a:cs typeface="Inter ExtraBold"/>
                <a:sym typeface="Inter ExtraBo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Font typeface="Inter ExtraBold"/>
              <a:buNone/>
              <a:defRPr sz="5200" b="0">
                <a:latin typeface="Inter ExtraBold"/>
                <a:ea typeface="Inter ExtraBold"/>
                <a:cs typeface="Inter ExtraBold"/>
                <a:sym typeface="Inter ExtraBo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Font typeface="Inter ExtraBold"/>
              <a:buNone/>
              <a:defRPr sz="5200" b="0">
                <a:latin typeface="Inter ExtraBold"/>
                <a:ea typeface="Inter ExtraBold"/>
                <a:cs typeface="Inter ExtraBold"/>
                <a:sym typeface="Inter ExtraBo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Font typeface="Inter ExtraBold"/>
              <a:buNone/>
              <a:defRPr sz="5200" b="0">
                <a:latin typeface="Inter ExtraBold"/>
                <a:ea typeface="Inter ExtraBold"/>
                <a:cs typeface="Inter ExtraBold"/>
                <a:sym typeface="Inter ExtraBold"/>
              </a:defRPr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5293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800"/>
              <a:buFont typeface="Inter SemiBold"/>
              <a:buNone/>
              <a:defRPr>
                <a:solidFill>
                  <a:srgbClr val="808080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285533" y="4535192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13" name="Google Shape;13;p2"/>
          <p:cNvSpPr/>
          <p:nvPr/>
        </p:nvSpPr>
        <p:spPr>
          <a:xfrm>
            <a:off x="0" y="3742075"/>
            <a:ext cx="9144000" cy="1401425"/>
          </a:xfrm>
          <a:prstGeom prst="flowChartManualInput">
            <a:avLst/>
          </a:prstGeom>
          <a:solidFill>
            <a:srgbClr val="FBFF56"/>
          </a:solidFill>
          <a:ln w="9525" cap="flat" cmpd="sng">
            <a:solidFill>
              <a:srgbClr val="FBFF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4" name="Google Shape;14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583700" y="4158912"/>
            <a:ext cx="2308075" cy="727925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Google Shape;15;p2"/>
          <p:cNvSpPr txBox="1">
            <a:spLocks noGrp="1"/>
          </p:cNvSpPr>
          <p:nvPr>
            <p:ph type="title" idx="2"/>
          </p:nvPr>
        </p:nvSpPr>
        <p:spPr>
          <a:xfrm>
            <a:off x="448775" y="4297300"/>
            <a:ext cx="1776300" cy="523200"/>
          </a:xfrm>
          <a:prstGeom prst="rect">
            <a:avLst/>
          </a:prstGeom>
          <a:solidFill>
            <a:srgbClr val="1E1E1E"/>
          </a:solidFill>
        </p:spPr>
        <p:txBody>
          <a:bodyPr spcFirstLastPara="1" wrap="square" lIns="144000" tIns="91425" rIns="144000" bIns="91425" anchor="ctr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  <a:defRPr sz="22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3360898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">
  <p:cSld name="Section title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"/>
          <p:cNvSpPr/>
          <p:nvPr/>
        </p:nvSpPr>
        <p:spPr>
          <a:xfrm>
            <a:off x="0" y="3742075"/>
            <a:ext cx="9144000" cy="1401425"/>
          </a:xfrm>
          <a:prstGeom prst="flowChartManualInput">
            <a:avLst/>
          </a:prstGeom>
          <a:solidFill>
            <a:srgbClr val="FBFF56"/>
          </a:solidFill>
          <a:ln w="9525" cap="flat" cmpd="sng">
            <a:solidFill>
              <a:srgbClr val="FBFF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8" name="Google Shape;18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583700" y="4158912"/>
            <a:ext cx="2308075" cy="727925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3"/>
          <p:cNvSpPr txBox="1">
            <a:spLocks noGrp="1"/>
          </p:cNvSpPr>
          <p:nvPr>
            <p:ph type="ctrTitle"/>
          </p:nvPr>
        </p:nvSpPr>
        <p:spPr>
          <a:xfrm>
            <a:off x="451108" y="363575"/>
            <a:ext cx="65523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Font typeface="Inter ExtraBold"/>
              <a:buNone/>
              <a:defRPr sz="5200" b="0">
                <a:latin typeface="Inter ExtraBold"/>
                <a:ea typeface="Inter ExtraBold"/>
                <a:cs typeface="Inter ExtraBold"/>
                <a:sym typeface="Inter ExtraBo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Font typeface="Inter ExtraBold"/>
              <a:buNone/>
              <a:defRPr sz="5200" b="0">
                <a:latin typeface="Inter ExtraBold"/>
                <a:ea typeface="Inter ExtraBold"/>
                <a:cs typeface="Inter ExtraBold"/>
                <a:sym typeface="Inter ExtraBo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Font typeface="Inter ExtraBold"/>
              <a:buNone/>
              <a:defRPr sz="5200" b="0">
                <a:latin typeface="Inter ExtraBold"/>
                <a:ea typeface="Inter ExtraBold"/>
                <a:cs typeface="Inter ExtraBold"/>
                <a:sym typeface="Inter ExtraBo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Font typeface="Inter ExtraBold"/>
              <a:buNone/>
              <a:defRPr sz="5200" b="0">
                <a:latin typeface="Inter ExtraBold"/>
                <a:ea typeface="Inter ExtraBold"/>
                <a:cs typeface="Inter ExtraBold"/>
                <a:sym typeface="Inter ExtraBo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Font typeface="Inter ExtraBold"/>
              <a:buNone/>
              <a:defRPr sz="5200" b="0">
                <a:latin typeface="Inter ExtraBold"/>
                <a:ea typeface="Inter ExtraBold"/>
                <a:cs typeface="Inter ExtraBold"/>
                <a:sym typeface="Inter ExtraBo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Font typeface="Inter ExtraBold"/>
              <a:buNone/>
              <a:defRPr sz="5200" b="0">
                <a:latin typeface="Inter ExtraBold"/>
                <a:ea typeface="Inter ExtraBold"/>
                <a:cs typeface="Inter ExtraBold"/>
                <a:sym typeface="Inter ExtraBo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Font typeface="Inter ExtraBold"/>
              <a:buNone/>
              <a:defRPr sz="5200" b="0">
                <a:latin typeface="Inter ExtraBold"/>
                <a:ea typeface="Inter ExtraBold"/>
                <a:cs typeface="Inter ExtraBold"/>
                <a:sym typeface="Inter ExtraBo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Font typeface="Inter ExtraBold"/>
              <a:buNone/>
              <a:defRPr sz="5200" b="0">
                <a:latin typeface="Inter ExtraBold"/>
                <a:ea typeface="Inter ExtraBold"/>
                <a:cs typeface="Inter ExtraBold"/>
                <a:sym typeface="Inter ExtraBold"/>
              </a:defRPr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ubTitle" idx="1"/>
          </p:nvPr>
        </p:nvSpPr>
        <p:spPr>
          <a:xfrm>
            <a:off x="451102" y="2453125"/>
            <a:ext cx="65523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6060"/>
              </a:buClr>
              <a:buSzPts val="1800"/>
              <a:buFont typeface="Inter SemiBold"/>
              <a:buNone/>
              <a:defRPr>
                <a:solidFill>
                  <a:srgbClr val="606060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324169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(dark mode)">
  <p:cSld name="Section title (dark mode)">
    <p:bg>
      <p:bgPr>
        <a:solidFill>
          <a:srgbClr val="151515"/>
        </a:solidFill>
        <a:effectLst/>
      </p:bgPr>
    </p:bg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"/>
          <p:cNvSpPr txBox="1">
            <a:spLocks noGrp="1"/>
          </p:cNvSpPr>
          <p:nvPr>
            <p:ph type="ctrTitle"/>
          </p:nvPr>
        </p:nvSpPr>
        <p:spPr>
          <a:xfrm>
            <a:off x="451101" y="363575"/>
            <a:ext cx="56727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 sz="35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Font typeface="Inter ExtraBold"/>
              <a:buNone/>
              <a:defRPr sz="5200" b="0">
                <a:latin typeface="Inter ExtraBold"/>
                <a:ea typeface="Inter ExtraBold"/>
                <a:cs typeface="Inter ExtraBold"/>
                <a:sym typeface="Inter ExtraBo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Font typeface="Inter ExtraBold"/>
              <a:buNone/>
              <a:defRPr sz="5200" b="0">
                <a:latin typeface="Inter ExtraBold"/>
                <a:ea typeface="Inter ExtraBold"/>
                <a:cs typeface="Inter ExtraBold"/>
                <a:sym typeface="Inter ExtraBo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Font typeface="Inter ExtraBold"/>
              <a:buNone/>
              <a:defRPr sz="5200" b="0">
                <a:latin typeface="Inter ExtraBold"/>
                <a:ea typeface="Inter ExtraBold"/>
                <a:cs typeface="Inter ExtraBold"/>
                <a:sym typeface="Inter ExtraBo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Font typeface="Inter ExtraBold"/>
              <a:buNone/>
              <a:defRPr sz="5200" b="0">
                <a:latin typeface="Inter ExtraBold"/>
                <a:ea typeface="Inter ExtraBold"/>
                <a:cs typeface="Inter ExtraBold"/>
                <a:sym typeface="Inter ExtraBo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Font typeface="Inter ExtraBold"/>
              <a:buNone/>
              <a:defRPr sz="5200" b="0">
                <a:latin typeface="Inter ExtraBold"/>
                <a:ea typeface="Inter ExtraBold"/>
                <a:cs typeface="Inter ExtraBold"/>
                <a:sym typeface="Inter ExtraBo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Font typeface="Inter ExtraBold"/>
              <a:buNone/>
              <a:defRPr sz="5200" b="0">
                <a:latin typeface="Inter ExtraBold"/>
                <a:ea typeface="Inter ExtraBold"/>
                <a:cs typeface="Inter ExtraBold"/>
                <a:sym typeface="Inter ExtraBo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Font typeface="Inter ExtraBold"/>
              <a:buNone/>
              <a:defRPr sz="5200" b="0">
                <a:latin typeface="Inter ExtraBold"/>
                <a:ea typeface="Inter ExtraBold"/>
                <a:cs typeface="Inter ExtraBold"/>
                <a:sym typeface="Inter ExtraBo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Font typeface="Inter ExtraBold"/>
              <a:buNone/>
              <a:defRPr sz="5200" b="0">
                <a:latin typeface="Inter ExtraBold"/>
                <a:ea typeface="Inter ExtraBold"/>
                <a:cs typeface="Inter ExtraBold"/>
                <a:sym typeface="Inter ExtraBold"/>
              </a:defRPr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subTitle" idx="1"/>
          </p:nvPr>
        </p:nvSpPr>
        <p:spPr>
          <a:xfrm>
            <a:off x="451100" y="2453125"/>
            <a:ext cx="53724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Inter SemiBold"/>
              <a:buNone/>
              <a:defRPr sz="16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sldNum" idx="12"/>
          </p:nvPr>
        </p:nvSpPr>
        <p:spPr>
          <a:xfrm>
            <a:off x="27609" y="474990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26" name="Google Shape;26;p4"/>
          <p:cNvSpPr/>
          <p:nvPr/>
        </p:nvSpPr>
        <p:spPr>
          <a:xfrm>
            <a:off x="27600" y="1718375"/>
            <a:ext cx="9144000" cy="1890925"/>
          </a:xfrm>
          <a:custGeom>
            <a:avLst/>
            <a:gdLst/>
            <a:ahLst/>
            <a:cxnLst/>
            <a:rect l="l" t="t" r="r" b="b"/>
            <a:pathLst>
              <a:path w="365760" h="75637" extrusionOk="0">
                <a:moveTo>
                  <a:pt x="0" y="75637"/>
                </a:moveTo>
                <a:lnTo>
                  <a:pt x="223597" y="75637"/>
                </a:lnTo>
                <a:lnTo>
                  <a:pt x="273285" y="828"/>
                </a:lnTo>
                <a:lnTo>
                  <a:pt x="365760" y="0"/>
                </a:lnTo>
              </a:path>
            </a:pathLst>
          </a:custGeom>
          <a:noFill/>
          <a:ln w="28575" cap="flat" cmpd="sng">
            <a:solidFill>
              <a:srgbClr val="282828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27" name="Google Shape;27;p4"/>
          <p:cNvSpPr/>
          <p:nvPr/>
        </p:nvSpPr>
        <p:spPr>
          <a:xfrm>
            <a:off x="104100" y="2415400"/>
            <a:ext cx="9039900" cy="1752875"/>
          </a:xfrm>
          <a:custGeom>
            <a:avLst/>
            <a:gdLst/>
            <a:ahLst/>
            <a:cxnLst/>
            <a:rect l="l" t="t" r="r" b="b"/>
            <a:pathLst>
              <a:path w="361596" h="70115" extrusionOk="0">
                <a:moveTo>
                  <a:pt x="0" y="69716"/>
                </a:moveTo>
                <a:lnTo>
                  <a:pt x="244001" y="70115"/>
                </a:lnTo>
                <a:lnTo>
                  <a:pt x="285684" y="276"/>
                </a:lnTo>
                <a:lnTo>
                  <a:pt x="361596" y="0"/>
                </a:lnTo>
              </a:path>
            </a:pathLst>
          </a:custGeom>
          <a:noFill/>
          <a:ln w="28575" cap="flat" cmpd="sng">
            <a:solidFill>
              <a:srgbClr val="282828"/>
            </a:solidFill>
            <a:prstDash val="solid"/>
            <a:round/>
            <a:headEnd type="none" w="med" len="med"/>
            <a:tailEnd type="none" w="med" len="med"/>
          </a:ln>
        </p:spPr>
      </p:sp>
      <p:cxnSp>
        <p:nvCxnSpPr>
          <p:cNvPr id="28" name="Google Shape;28;p4"/>
          <p:cNvCxnSpPr/>
          <p:nvPr/>
        </p:nvCxnSpPr>
        <p:spPr>
          <a:xfrm>
            <a:off x="2208350" y="3609288"/>
            <a:ext cx="1587300" cy="0"/>
          </a:xfrm>
          <a:prstGeom prst="straightConnector1">
            <a:avLst/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9" name="Google Shape;29;p4"/>
          <p:cNvCxnSpPr/>
          <p:nvPr/>
        </p:nvCxnSpPr>
        <p:spPr>
          <a:xfrm>
            <a:off x="3018725" y="4168263"/>
            <a:ext cx="1587300" cy="0"/>
          </a:xfrm>
          <a:prstGeom prst="straightConnector1">
            <a:avLst/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30" name="Google Shape;30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325700" y="4623580"/>
            <a:ext cx="1587300" cy="31419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0097491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title">
  <p:cSld name="Big title">
    <p:bg>
      <p:bgPr>
        <a:solidFill>
          <a:srgbClr val="151515"/>
        </a:solidFill>
        <a:effectLst/>
      </p:bgPr>
    </p:bg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 txBox="1">
            <a:spLocks noGrp="1"/>
          </p:cNvSpPr>
          <p:nvPr>
            <p:ph type="ctrTitle"/>
          </p:nvPr>
        </p:nvSpPr>
        <p:spPr>
          <a:xfrm>
            <a:off x="451100" y="363575"/>
            <a:ext cx="7809000" cy="3915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200"/>
              <a:buFont typeface="Inter ExtraBold"/>
              <a:buNone/>
              <a:defRPr sz="5200" b="0">
                <a:solidFill>
                  <a:schemeClr val="accent2"/>
                </a:solidFill>
                <a:latin typeface="Inter ExtraBold"/>
                <a:ea typeface="Inter ExtraBold"/>
                <a:cs typeface="Inter ExtraBold"/>
                <a:sym typeface="Inter ExtraBo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200"/>
              <a:buFont typeface="Inter ExtraBold"/>
              <a:buNone/>
              <a:defRPr sz="5200" b="0">
                <a:solidFill>
                  <a:schemeClr val="accent2"/>
                </a:solidFill>
                <a:latin typeface="Inter ExtraBold"/>
                <a:ea typeface="Inter ExtraBold"/>
                <a:cs typeface="Inter ExtraBold"/>
                <a:sym typeface="Inter ExtraBo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200"/>
              <a:buFont typeface="Inter ExtraBold"/>
              <a:buNone/>
              <a:defRPr sz="5200" b="0">
                <a:solidFill>
                  <a:schemeClr val="accent2"/>
                </a:solidFill>
                <a:latin typeface="Inter ExtraBold"/>
                <a:ea typeface="Inter ExtraBold"/>
                <a:cs typeface="Inter ExtraBold"/>
                <a:sym typeface="Inter ExtraBo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200"/>
              <a:buFont typeface="Inter ExtraBold"/>
              <a:buNone/>
              <a:defRPr sz="5200" b="0">
                <a:solidFill>
                  <a:schemeClr val="accent2"/>
                </a:solidFill>
                <a:latin typeface="Inter ExtraBold"/>
                <a:ea typeface="Inter ExtraBold"/>
                <a:cs typeface="Inter ExtraBold"/>
                <a:sym typeface="Inter ExtraBo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200"/>
              <a:buFont typeface="Inter ExtraBold"/>
              <a:buNone/>
              <a:defRPr sz="5200" b="0">
                <a:solidFill>
                  <a:schemeClr val="accent2"/>
                </a:solidFill>
                <a:latin typeface="Inter ExtraBold"/>
                <a:ea typeface="Inter ExtraBold"/>
                <a:cs typeface="Inter ExtraBold"/>
                <a:sym typeface="Inter ExtraBo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200"/>
              <a:buFont typeface="Inter ExtraBold"/>
              <a:buNone/>
              <a:defRPr sz="5200" b="0">
                <a:solidFill>
                  <a:schemeClr val="accent2"/>
                </a:solidFill>
                <a:latin typeface="Inter ExtraBold"/>
                <a:ea typeface="Inter ExtraBold"/>
                <a:cs typeface="Inter ExtraBold"/>
                <a:sym typeface="Inter ExtraBo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200"/>
              <a:buFont typeface="Inter ExtraBold"/>
              <a:buNone/>
              <a:defRPr sz="5200" b="0">
                <a:solidFill>
                  <a:schemeClr val="accent2"/>
                </a:solidFill>
                <a:latin typeface="Inter ExtraBold"/>
                <a:ea typeface="Inter ExtraBold"/>
                <a:cs typeface="Inter ExtraBold"/>
                <a:sym typeface="Inter ExtraBo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200"/>
              <a:buFont typeface="Inter ExtraBold"/>
              <a:buNone/>
              <a:defRPr sz="5200" b="0">
                <a:solidFill>
                  <a:schemeClr val="accent2"/>
                </a:solidFill>
                <a:latin typeface="Inter ExtraBold"/>
                <a:ea typeface="Inter ExtraBold"/>
                <a:cs typeface="Inter ExtraBold"/>
                <a:sym typeface="Inter ExtraBold"/>
              </a:defRPr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sldNum" idx="12"/>
          </p:nvPr>
        </p:nvSpPr>
        <p:spPr>
          <a:xfrm>
            <a:off x="27609" y="474990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grpSp>
        <p:nvGrpSpPr>
          <p:cNvPr id="34" name="Google Shape;34;p5"/>
          <p:cNvGrpSpPr/>
          <p:nvPr/>
        </p:nvGrpSpPr>
        <p:grpSpPr>
          <a:xfrm>
            <a:off x="0" y="4570800"/>
            <a:ext cx="9144000" cy="572700"/>
            <a:chOff x="0" y="4570800"/>
            <a:chExt cx="9144000" cy="572700"/>
          </a:xfrm>
        </p:grpSpPr>
        <p:sp>
          <p:nvSpPr>
            <p:cNvPr id="35" name="Google Shape;35;p5"/>
            <p:cNvSpPr/>
            <p:nvPr/>
          </p:nvSpPr>
          <p:spPr>
            <a:xfrm>
              <a:off x="4541925" y="4570800"/>
              <a:ext cx="4602075" cy="572700"/>
            </a:xfrm>
            <a:prstGeom prst="flowChartManualInpu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36" name="Google Shape;36;p5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8689122" y="4680164"/>
              <a:ext cx="360000" cy="360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" name="Google Shape;37;p5"/>
            <p:cNvSpPr/>
            <p:nvPr/>
          </p:nvSpPr>
          <p:spPr>
            <a:xfrm>
              <a:off x="0" y="4686300"/>
              <a:ext cx="4541925" cy="457200"/>
            </a:xfrm>
            <a:prstGeom prst="flowChartManualInpu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36615534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heavy slide">
  <p:cSld name="Content heavy slide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6"/>
          <p:cNvSpPr txBox="1">
            <a:spLocks noGrp="1"/>
          </p:cNvSpPr>
          <p:nvPr>
            <p:ph type="title"/>
          </p:nvPr>
        </p:nvSpPr>
        <p:spPr>
          <a:xfrm>
            <a:off x="311700" y="3688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ExtraBold"/>
              <a:buNone/>
              <a:defRPr sz="2600">
                <a:solidFill>
                  <a:schemeClr val="dk1"/>
                </a:solidFill>
                <a:latin typeface="Inter ExtraBold"/>
                <a:ea typeface="Inter ExtraBold"/>
                <a:cs typeface="Inter ExtraBold"/>
                <a:sym typeface="Inter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"/>
              <a:buNone/>
              <a:defRPr sz="2600" b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"/>
              <a:buNone/>
              <a:defRPr sz="2600" b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"/>
              <a:buNone/>
              <a:defRPr sz="2600" b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"/>
              <a:buNone/>
              <a:defRPr sz="2600" b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"/>
              <a:buNone/>
              <a:defRPr sz="2600" b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"/>
              <a:buNone/>
              <a:defRPr sz="2600" b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"/>
              <a:buNone/>
              <a:defRPr sz="2600" b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"/>
              <a:buNone/>
              <a:defRPr sz="2600" b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40" name="Google Shape;40;p6"/>
          <p:cNvSpPr txBox="1">
            <a:spLocks noGrp="1"/>
          </p:cNvSpPr>
          <p:nvPr>
            <p:ph type="body" idx="1"/>
          </p:nvPr>
        </p:nvSpPr>
        <p:spPr>
          <a:xfrm>
            <a:off x="311700" y="10762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61600"/>
              </a:buClr>
              <a:buSzPts val="1800"/>
              <a:buFont typeface="Inter"/>
              <a:buChar char="●"/>
              <a:defRPr sz="1800">
                <a:solidFill>
                  <a:srgbClr val="414141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L="914400" lvl="1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61600"/>
              </a:buClr>
              <a:buSzPts val="1400"/>
              <a:buFont typeface="Inter Medium"/>
              <a:buChar char="○"/>
              <a:defRPr>
                <a:solidFill>
                  <a:srgbClr val="414141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marL="1371600" lvl="2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61600"/>
              </a:buClr>
              <a:buSzPts val="1400"/>
              <a:buChar char="■"/>
              <a:defRPr>
                <a:solidFill>
                  <a:srgbClr val="414141"/>
                </a:solidFill>
              </a:defRPr>
            </a:lvl3pPr>
            <a:lvl4pPr marL="1828800" lvl="3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61600"/>
              </a:buClr>
              <a:buSzPts val="1400"/>
              <a:buChar char="●"/>
              <a:defRPr>
                <a:solidFill>
                  <a:srgbClr val="414141"/>
                </a:solidFill>
              </a:defRPr>
            </a:lvl4pPr>
            <a:lvl5pPr marL="2286000" lvl="4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14141"/>
              </a:buClr>
              <a:buSzPts val="1400"/>
              <a:buChar char="○"/>
              <a:defRPr>
                <a:solidFill>
                  <a:srgbClr val="414141"/>
                </a:solidFill>
              </a:defRPr>
            </a:lvl5pPr>
            <a:lvl6pPr marL="2743200" lvl="5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61600"/>
              </a:buClr>
              <a:buSzPts val="1400"/>
              <a:buChar char="■"/>
              <a:defRPr>
                <a:solidFill>
                  <a:srgbClr val="414141"/>
                </a:solidFill>
              </a:defRPr>
            </a:lvl6pPr>
            <a:lvl7pPr marL="3200400" lvl="6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61600"/>
              </a:buClr>
              <a:buSzPts val="1400"/>
              <a:buChar char="●"/>
              <a:defRPr>
                <a:solidFill>
                  <a:srgbClr val="414141"/>
                </a:solidFill>
              </a:defRPr>
            </a:lvl7pPr>
            <a:lvl8pPr marL="3657600" lvl="7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61600"/>
              </a:buClr>
              <a:buSzPts val="1400"/>
              <a:buChar char="○"/>
              <a:defRPr>
                <a:solidFill>
                  <a:srgbClr val="414141"/>
                </a:solidFill>
              </a:defRPr>
            </a:lvl8pPr>
            <a:lvl9pPr marL="4114800" lvl="8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61600"/>
              </a:buClr>
              <a:buSzPts val="1400"/>
              <a:buChar char="■"/>
              <a:defRPr>
                <a:solidFill>
                  <a:srgbClr val="414141"/>
                </a:solidFill>
              </a:defRPr>
            </a:lvl9pPr>
          </a:lstStyle>
          <a:p>
            <a:endParaRPr/>
          </a:p>
        </p:txBody>
      </p:sp>
      <p:grpSp>
        <p:nvGrpSpPr>
          <p:cNvPr id="41" name="Google Shape;41;p6"/>
          <p:cNvGrpSpPr/>
          <p:nvPr/>
        </p:nvGrpSpPr>
        <p:grpSpPr>
          <a:xfrm>
            <a:off x="0" y="4570800"/>
            <a:ext cx="9144000" cy="572700"/>
            <a:chOff x="0" y="4570800"/>
            <a:chExt cx="9144000" cy="572700"/>
          </a:xfrm>
        </p:grpSpPr>
        <p:sp>
          <p:nvSpPr>
            <p:cNvPr id="42" name="Google Shape;42;p6"/>
            <p:cNvSpPr/>
            <p:nvPr/>
          </p:nvSpPr>
          <p:spPr>
            <a:xfrm>
              <a:off x="4541925" y="4570800"/>
              <a:ext cx="4602075" cy="572700"/>
            </a:xfrm>
            <a:prstGeom prst="flowChartManualInput">
              <a:avLst/>
            </a:prstGeom>
            <a:solidFill>
              <a:srgbClr val="FBFF56"/>
            </a:solidFill>
            <a:ln w="9525" cap="flat" cmpd="sng">
              <a:solidFill>
                <a:srgbClr val="FBFF5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43" name="Google Shape;43;p6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8689122" y="4680164"/>
              <a:ext cx="360000" cy="360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" name="Google Shape;44;p6"/>
            <p:cNvSpPr/>
            <p:nvPr/>
          </p:nvSpPr>
          <p:spPr>
            <a:xfrm>
              <a:off x="0" y="4686300"/>
              <a:ext cx="4541925" cy="457200"/>
            </a:xfrm>
            <a:prstGeom prst="flowChartManualInput">
              <a:avLst/>
            </a:prstGeom>
            <a:solidFill>
              <a:srgbClr val="FBFF56"/>
            </a:solidFill>
            <a:ln w="9525" cap="flat" cmpd="sng">
              <a:solidFill>
                <a:srgbClr val="FBFF5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5" name="Google Shape;45;p6"/>
          <p:cNvSpPr txBox="1">
            <a:spLocks noGrp="1"/>
          </p:cNvSpPr>
          <p:nvPr>
            <p:ph type="sldNum" idx="12"/>
          </p:nvPr>
        </p:nvSpPr>
        <p:spPr>
          <a:xfrm>
            <a:off x="0" y="4749150"/>
            <a:ext cx="548700" cy="39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 rtl="0">
              <a:buNone/>
              <a:defRPr sz="1000">
                <a:solidFill>
                  <a:schemeClr val="dk2"/>
                </a:solidFill>
              </a:defRPr>
            </a:lvl1pPr>
            <a:lvl2pPr lvl="1" algn="r" rtl="0">
              <a:buNone/>
              <a:defRPr sz="1000">
                <a:solidFill>
                  <a:schemeClr val="dk2"/>
                </a:solidFill>
              </a:defRPr>
            </a:lvl2pPr>
            <a:lvl3pPr lvl="2" algn="r" rtl="0">
              <a:buNone/>
              <a:defRPr sz="1000">
                <a:solidFill>
                  <a:schemeClr val="dk2"/>
                </a:solidFill>
              </a:defRPr>
            </a:lvl3pPr>
            <a:lvl4pPr lvl="3" algn="r" rtl="0">
              <a:buNone/>
              <a:defRPr sz="1000">
                <a:solidFill>
                  <a:schemeClr val="dk2"/>
                </a:solidFill>
              </a:defRPr>
            </a:lvl4pPr>
            <a:lvl5pPr lvl="4" algn="r" rtl="0">
              <a:buNone/>
              <a:defRPr sz="1000">
                <a:solidFill>
                  <a:schemeClr val="dk2"/>
                </a:solidFill>
              </a:defRPr>
            </a:lvl5pPr>
            <a:lvl6pPr lvl="5" algn="r" rtl="0">
              <a:buNone/>
              <a:defRPr sz="1000">
                <a:solidFill>
                  <a:schemeClr val="dk2"/>
                </a:solidFill>
              </a:defRPr>
            </a:lvl6pPr>
            <a:lvl7pPr lvl="6" algn="r" rtl="0">
              <a:buNone/>
              <a:defRPr sz="1000">
                <a:solidFill>
                  <a:schemeClr val="dk2"/>
                </a:solidFill>
              </a:defRPr>
            </a:lvl7pPr>
            <a:lvl8pPr lvl="7" algn="r" rtl="0">
              <a:buNone/>
              <a:defRPr sz="1000">
                <a:solidFill>
                  <a:schemeClr val="dk2"/>
                </a:solidFill>
              </a:defRPr>
            </a:lvl8pPr>
            <a:lvl9pPr lvl="8" algn="r" rtl="0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141186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heavy slide (dark mode)">
  <p:cSld name="Content heavy slide (dark mode)">
    <p:bg>
      <p:bgPr>
        <a:solidFill>
          <a:schemeClr val="dk1"/>
        </a:solidFill>
        <a:effectLst/>
      </p:bgPr>
    </p:bg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7"/>
          <p:cNvSpPr txBox="1">
            <a:spLocks noGrp="1"/>
          </p:cNvSpPr>
          <p:nvPr>
            <p:ph type="title"/>
          </p:nvPr>
        </p:nvSpPr>
        <p:spPr>
          <a:xfrm>
            <a:off x="311700" y="3688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600"/>
              <a:buFont typeface="Inter ExtraBold"/>
              <a:buNone/>
              <a:defRPr sz="2600">
                <a:solidFill>
                  <a:schemeClr val="accent2"/>
                </a:solidFill>
                <a:latin typeface="Inter ExtraBold"/>
                <a:ea typeface="Inter ExtraBold"/>
                <a:cs typeface="Inter ExtraBold"/>
                <a:sym typeface="Inter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"/>
              <a:buNone/>
              <a:defRPr sz="2600" b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"/>
              <a:buNone/>
              <a:defRPr sz="2600" b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"/>
              <a:buNone/>
              <a:defRPr sz="2600" b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"/>
              <a:buNone/>
              <a:defRPr sz="2600" b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"/>
              <a:buNone/>
              <a:defRPr sz="2600" b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"/>
              <a:buNone/>
              <a:defRPr sz="2600" b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"/>
              <a:buNone/>
              <a:defRPr sz="2600" b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"/>
              <a:buNone/>
              <a:defRPr sz="2600" b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body" idx="1"/>
          </p:nvPr>
        </p:nvSpPr>
        <p:spPr>
          <a:xfrm>
            <a:off x="311700" y="10762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"/>
              <a:buChar char="●"/>
              <a:defRPr sz="18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L="914400" lvl="1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 Medium"/>
              <a:buChar char="○"/>
              <a:defRPr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marL="1371600" lvl="2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0" y="4570800"/>
            <a:ext cx="9144000" cy="572700"/>
            <a:chOff x="0" y="4570800"/>
            <a:chExt cx="9144000" cy="572700"/>
          </a:xfrm>
        </p:grpSpPr>
        <p:sp>
          <p:nvSpPr>
            <p:cNvPr id="50" name="Google Shape;50;p7"/>
            <p:cNvSpPr/>
            <p:nvPr/>
          </p:nvSpPr>
          <p:spPr>
            <a:xfrm>
              <a:off x="4541925" y="4570800"/>
              <a:ext cx="4602075" cy="572700"/>
            </a:xfrm>
            <a:prstGeom prst="flowChartManualInput">
              <a:avLst/>
            </a:prstGeom>
            <a:solidFill>
              <a:srgbClr val="FBFF56"/>
            </a:solidFill>
            <a:ln w="9525" cap="flat" cmpd="sng">
              <a:solidFill>
                <a:srgbClr val="FBFF5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51" name="Google Shape;51;p7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8689122" y="4680164"/>
              <a:ext cx="360000" cy="360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" name="Google Shape;52;p7"/>
            <p:cNvSpPr/>
            <p:nvPr/>
          </p:nvSpPr>
          <p:spPr>
            <a:xfrm>
              <a:off x="0" y="4686300"/>
              <a:ext cx="4541925" cy="457200"/>
            </a:xfrm>
            <a:prstGeom prst="flowChartManualInput">
              <a:avLst/>
            </a:prstGeom>
            <a:solidFill>
              <a:srgbClr val="FBFF56"/>
            </a:solidFill>
            <a:ln w="9525" cap="flat" cmpd="sng">
              <a:solidFill>
                <a:srgbClr val="FBFF5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3" name="Google Shape;53;p7"/>
          <p:cNvSpPr txBox="1">
            <a:spLocks noGrp="1"/>
          </p:cNvSpPr>
          <p:nvPr>
            <p:ph type="sldNum" idx="12"/>
          </p:nvPr>
        </p:nvSpPr>
        <p:spPr>
          <a:xfrm>
            <a:off x="0" y="4749150"/>
            <a:ext cx="548700" cy="39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 rtl="0">
              <a:buNone/>
              <a:defRPr sz="1000">
                <a:solidFill>
                  <a:schemeClr val="dk2"/>
                </a:solidFill>
              </a:defRPr>
            </a:lvl1pPr>
            <a:lvl2pPr lvl="1" algn="r" rtl="0">
              <a:buNone/>
              <a:defRPr sz="1000">
                <a:solidFill>
                  <a:schemeClr val="dk2"/>
                </a:solidFill>
              </a:defRPr>
            </a:lvl2pPr>
            <a:lvl3pPr lvl="2" algn="r" rtl="0">
              <a:buNone/>
              <a:defRPr sz="1000">
                <a:solidFill>
                  <a:schemeClr val="dk2"/>
                </a:solidFill>
              </a:defRPr>
            </a:lvl3pPr>
            <a:lvl4pPr lvl="3" algn="r" rtl="0">
              <a:buNone/>
              <a:defRPr sz="1000">
                <a:solidFill>
                  <a:schemeClr val="dk2"/>
                </a:solidFill>
              </a:defRPr>
            </a:lvl4pPr>
            <a:lvl5pPr lvl="4" algn="r" rtl="0">
              <a:buNone/>
              <a:defRPr sz="1000">
                <a:solidFill>
                  <a:schemeClr val="dk2"/>
                </a:solidFill>
              </a:defRPr>
            </a:lvl5pPr>
            <a:lvl6pPr lvl="5" algn="r" rtl="0">
              <a:buNone/>
              <a:defRPr sz="1000">
                <a:solidFill>
                  <a:schemeClr val="dk2"/>
                </a:solidFill>
              </a:defRPr>
            </a:lvl6pPr>
            <a:lvl7pPr lvl="6" algn="r" rtl="0">
              <a:buNone/>
              <a:defRPr sz="1000">
                <a:solidFill>
                  <a:schemeClr val="dk2"/>
                </a:solidFill>
              </a:defRPr>
            </a:lvl7pPr>
            <a:lvl8pPr lvl="7" algn="r" rtl="0">
              <a:buNone/>
              <a:defRPr sz="1000">
                <a:solidFill>
                  <a:schemeClr val="dk2"/>
                </a:solidFill>
              </a:defRPr>
            </a:lvl8pPr>
            <a:lvl9pPr lvl="8" algn="r" rtl="0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916927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heavy slide 2 columns">
  <p:cSld name="Content heavy slide 2 columns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8"/>
          <p:cNvSpPr txBox="1">
            <a:spLocks noGrp="1"/>
          </p:cNvSpPr>
          <p:nvPr>
            <p:ph type="title"/>
          </p:nvPr>
        </p:nvSpPr>
        <p:spPr>
          <a:xfrm>
            <a:off x="311700" y="3688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ExtraBold"/>
              <a:buNone/>
              <a:defRPr sz="2600">
                <a:solidFill>
                  <a:schemeClr val="dk1"/>
                </a:solidFill>
                <a:latin typeface="Inter ExtraBold"/>
                <a:ea typeface="Inter ExtraBold"/>
                <a:cs typeface="Inter ExtraBold"/>
                <a:sym typeface="Inter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"/>
              <a:buNone/>
              <a:defRPr sz="2600" b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"/>
              <a:buNone/>
              <a:defRPr sz="2600" b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"/>
              <a:buNone/>
              <a:defRPr sz="2600" b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"/>
              <a:buNone/>
              <a:defRPr sz="2600" b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"/>
              <a:buNone/>
              <a:defRPr sz="2600" b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"/>
              <a:buNone/>
              <a:defRPr sz="2600" b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"/>
              <a:buNone/>
              <a:defRPr sz="2600" b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"/>
              <a:buNone/>
              <a:defRPr sz="2600" b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56" name="Google Shape;56;p8"/>
          <p:cNvSpPr txBox="1">
            <a:spLocks noGrp="1"/>
          </p:cNvSpPr>
          <p:nvPr>
            <p:ph type="body" idx="1"/>
          </p:nvPr>
        </p:nvSpPr>
        <p:spPr>
          <a:xfrm>
            <a:off x="311700" y="1076275"/>
            <a:ext cx="38091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61600"/>
              </a:buClr>
              <a:buSzPts val="1800"/>
              <a:buFont typeface="Inter"/>
              <a:buChar char="●"/>
              <a:defRPr sz="1800">
                <a:solidFill>
                  <a:srgbClr val="414141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L="914400" lvl="1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61600"/>
              </a:buClr>
              <a:buSzPts val="1400"/>
              <a:buFont typeface="Inter Medium"/>
              <a:buChar char="○"/>
              <a:defRPr>
                <a:solidFill>
                  <a:srgbClr val="414141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marL="1371600" lvl="2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61600"/>
              </a:buClr>
              <a:buSzPts val="1400"/>
              <a:buChar char="■"/>
              <a:defRPr>
                <a:solidFill>
                  <a:srgbClr val="414141"/>
                </a:solidFill>
              </a:defRPr>
            </a:lvl3pPr>
            <a:lvl4pPr marL="1828800" lvl="3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61600"/>
              </a:buClr>
              <a:buSzPts val="1400"/>
              <a:buChar char="●"/>
              <a:defRPr>
                <a:solidFill>
                  <a:srgbClr val="414141"/>
                </a:solidFill>
              </a:defRPr>
            </a:lvl4pPr>
            <a:lvl5pPr marL="2286000" lvl="4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14141"/>
              </a:buClr>
              <a:buSzPts val="1400"/>
              <a:buChar char="○"/>
              <a:defRPr>
                <a:solidFill>
                  <a:srgbClr val="414141"/>
                </a:solidFill>
              </a:defRPr>
            </a:lvl5pPr>
            <a:lvl6pPr marL="2743200" lvl="5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61600"/>
              </a:buClr>
              <a:buSzPts val="1400"/>
              <a:buChar char="■"/>
              <a:defRPr>
                <a:solidFill>
                  <a:srgbClr val="414141"/>
                </a:solidFill>
              </a:defRPr>
            </a:lvl6pPr>
            <a:lvl7pPr marL="3200400" lvl="6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61600"/>
              </a:buClr>
              <a:buSzPts val="1400"/>
              <a:buChar char="●"/>
              <a:defRPr>
                <a:solidFill>
                  <a:srgbClr val="414141"/>
                </a:solidFill>
              </a:defRPr>
            </a:lvl7pPr>
            <a:lvl8pPr marL="3657600" lvl="7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61600"/>
              </a:buClr>
              <a:buSzPts val="1400"/>
              <a:buChar char="○"/>
              <a:defRPr>
                <a:solidFill>
                  <a:srgbClr val="414141"/>
                </a:solidFill>
              </a:defRPr>
            </a:lvl8pPr>
            <a:lvl9pPr marL="4114800" lvl="8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61600"/>
              </a:buClr>
              <a:buSzPts val="1400"/>
              <a:buChar char="■"/>
              <a:defRPr>
                <a:solidFill>
                  <a:srgbClr val="414141"/>
                </a:solidFill>
              </a:defRPr>
            </a:lvl9pPr>
          </a:lstStyle>
          <a:p>
            <a:endParaRPr/>
          </a:p>
        </p:txBody>
      </p:sp>
      <p:grpSp>
        <p:nvGrpSpPr>
          <p:cNvPr id="57" name="Google Shape;57;p8"/>
          <p:cNvGrpSpPr/>
          <p:nvPr/>
        </p:nvGrpSpPr>
        <p:grpSpPr>
          <a:xfrm>
            <a:off x="0" y="4570800"/>
            <a:ext cx="9144000" cy="572700"/>
            <a:chOff x="0" y="4570800"/>
            <a:chExt cx="9144000" cy="572700"/>
          </a:xfrm>
        </p:grpSpPr>
        <p:sp>
          <p:nvSpPr>
            <p:cNvPr id="58" name="Google Shape;58;p8"/>
            <p:cNvSpPr/>
            <p:nvPr/>
          </p:nvSpPr>
          <p:spPr>
            <a:xfrm>
              <a:off x="4541925" y="4570800"/>
              <a:ext cx="4602075" cy="572700"/>
            </a:xfrm>
            <a:prstGeom prst="flowChartManualInput">
              <a:avLst/>
            </a:prstGeom>
            <a:solidFill>
              <a:srgbClr val="FBFF56"/>
            </a:solidFill>
            <a:ln w="9525" cap="flat" cmpd="sng">
              <a:solidFill>
                <a:srgbClr val="FBFF5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59" name="Google Shape;59;p8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8689122" y="4680164"/>
              <a:ext cx="360000" cy="360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" name="Google Shape;60;p8"/>
            <p:cNvSpPr/>
            <p:nvPr/>
          </p:nvSpPr>
          <p:spPr>
            <a:xfrm>
              <a:off x="0" y="4680175"/>
              <a:ext cx="4541925" cy="461550"/>
            </a:xfrm>
            <a:prstGeom prst="flowChartManualInput">
              <a:avLst/>
            </a:prstGeom>
            <a:solidFill>
              <a:srgbClr val="FBFF56"/>
            </a:solidFill>
            <a:ln w="9525" cap="flat" cmpd="sng">
              <a:solidFill>
                <a:srgbClr val="FBFF5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1" name="Google Shape;61;p8"/>
          <p:cNvSpPr txBox="1">
            <a:spLocks noGrp="1"/>
          </p:cNvSpPr>
          <p:nvPr>
            <p:ph type="body" idx="2"/>
          </p:nvPr>
        </p:nvSpPr>
        <p:spPr>
          <a:xfrm>
            <a:off x="4578900" y="1076275"/>
            <a:ext cx="38091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61600"/>
              </a:buClr>
              <a:buSzPts val="1800"/>
              <a:buFont typeface="Inter"/>
              <a:buChar char="●"/>
              <a:defRPr sz="1800">
                <a:solidFill>
                  <a:srgbClr val="414141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L="914400" lvl="1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61600"/>
              </a:buClr>
              <a:buSzPts val="1400"/>
              <a:buFont typeface="Inter Medium"/>
              <a:buChar char="○"/>
              <a:defRPr>
                <a:solidFill>
                  <a:srgbClr val="414141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marL="1371600" lvl="2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61600"/>
              </a:buClr>
              <a:buSzPts val="1400"/>
              <a:buChar char="■"/>
              <a:defRPr>
                <a:solidFill>
                  <a:srgbClr val="414141"/>
                </a:solidFill>
              </a:defRPr>
            </a:lvl3pPr>
            <a:lvl4pPr marL="1828800" lvl="3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61600"/>
              </a:buClr>
              <a:buSzPts val="1400"/>
              <a:buChar char="●"/>
              <a:defRPr>
                <a:solidFill>
                  <a:srgbClr val="414141"/>
                </a:solidFill>
              </a:defRPr>
            </a:lvl4pPr>
            <a:lvl5pPr marL="2286000" lvl="4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14141"/>
              </a:buClr>
              <a:buSzPts val="1400"/>
              <a:buChar char="○"/>
              <a:defRPr>
                <a:solidFill>
                  <a:srgbClr val="414141"/>
                </a:solidFill>
              </a:defRPr>
            </a:lvl5pPr>
            <a:lvl6pPr marL="2743200" lvl="5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61600"/>
              </a:buClr>
              <a:buSzPts val="1400"/>
              <a:buChar char="■"/>
              <a:defRPr>
                <a:solidFill>
                  <a:srgbClr val="414141"/>
                </a:solidFill>
              </a:defRPr>
            </a:lvl6pPr>
            <a:lvl7pPr marL="3200400" lvl="6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61600"/>
              </a:buClr>
              <a:buSzPts val="1400"/>
              <a:buChar char="●"/>
              <a:defRPr>
                <a:solidFill>
                  <a:srgbClr val="414141"/>
                </a:solidFill>
              </a:defRPr>
            </a:lvl7pPr>
            <a:lvl8pPr marL="3657600" lvl="7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61600"/>
              </a:buClr>
              <a:buSzPts val="1400"/>
              <a:buChar char="○"/>
              <a:defRPr>
                <a:solidFill>
                  <a:srgbClr val="414141"/>
                </a:solidFill>
              </a:defRPr>
            </a:lvl8pPr>
            <a:lvl9pPr marL="4114800" lvl="8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61600"/>
              </a:buClr>
              <a:buSzPts val="1400"/>
              <a:buChar char="■"/>
              <a:defRPr>
                <a:solidFill>
                  <a:srgbClr val="414141"/>
                </a:solidFill>
              </a:defRPr>
            </a:lvl9pPr>
          </a:lstStyle>
          <a:p>
            <a:endParaRPr/>
          </a:p>
        </p:txBody>
      </p:sp>
      <p:sp>
        <p:nvSpPr>
          <p:cNvPr id="62" name="Google Shape;62;p8"/>
          <p:cNvSpPr txBox="1">
            <a:spLocks noGrp="1"/>
          </p:cNvSpPr>
          <p:nvPr>
            <p:ph type="sldNum" idx="12"/>
          </p:nvPr>
        </p:nvSpPr>
        <p:spPr>
          <a:xfrm>
            <a:off x="-11800" y="4745875"/>
            <a:ext cx="548700" cy="32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>
            <a:lvl1pPr lvl="0" algn="r" rtl="0">
              <a:buNone/>
              <a:defRPr sz="1200">
                <a:solidFill>
                  <a:srgbClr val="808080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algn="r" rtl="0">
              <a:buNone/>
              <a:defRPr sz="1200">
                <a:solidFill>
                  <a:srgbClr val="808080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r" rtl="0">
              <a:buNone/>
              <a:defRPr sz="1200">
                <a:solidFill>
                  <a:srgbClr val="808080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r" rtl="0">
              <a:buNone/>
              <a:defRPr sz="1200">
                <a:solidFill>
                  <a:srgbClr val="808080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r" rtl="0">
              <a:buNone/>
              <a:defRPr sz="1200">
                <a:solidFill>
                  <a:srgbClr val="808080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r" rtl="0">
              <a:buNone/>
              <a:defRPr sz="1200">
                <a:solidFill>
                  <a:srgbClr val="808080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r" rtl="0">
              <a:buNone/>
              <a:defRPr sz="1200">
                <a:solidFill>
                  <a:srgbClr val="808080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r" rtl="0">
              <a:buNone/>
              <a:defRPr sz="1200">
                <a:solidFill>
                  <a:srgbClr val="808080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r" rtl="0">
              <a:buNone/>
              <a:defRPr sz="1200">
                <a:solidFill>
                  <a:srgbClr val="808080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868077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e products">
  <p:cSld name="Compare products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9"/>
          <p:cNvSpPr/>
          <p:nvPr/>
        </p:nvSpPr>
        <p:spPr>
          <a:xfrm>
            <a:off x="4578267" y="-6392"/>
            <a:ext cx="4572000" cy="5176800"/>
          </a:xfrm>
          <a:prstGeom prst="rect">
            <a:avLst/>
          </a:prstGeom>
          <a:solidFill>
            <a:srgbClr val="151515"/>
          </a:solidFill>
          <a:ln w="9525" cap="flat" cmpd="sng">
            <a:solidFill>
              <a:srgbClr val="15151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" name="Google Shape;65;p9"/>
          <p:cNvSpPr txBox="1">
            <a:spLocks noGrp="1"/>
          </p:cNvSpPr>
          <p:nvPr>
            <p:ph type="body" idx="1"/>
          </p:nvPr>
        </p:nvSpPr>
        <p:spPr>
          <a:xfrm>
            <a:off x="4883700" y="1955399"/>
            <a:ext cx="3960000" cy="30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0F0F1"/>
              </a:buClr>
              <a:buSzPts val="1000"/>
              <a:buFont typeface="Inter Medium"/>
              <a:buChar char="✓"/>
              <a:defRPr sz="1000">
                <a:solidFill>
                  <a:srgbClr val="F0F0F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marL="914400" lvl="1" indent="-2921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0F0F1"/>
              </a:buClr>
              <a:buSzPts val="1000"/>
              <a:buFont typeface="Inter Medium"/>
              <a:buChar char="○"/>
              <a:defRPr sz="1000">
                <a:solidFill>
                  <a:srgbClr val="F0F0F1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marL="1371600" lvl="2" indent="-2921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0F0F1"/>
              </a:buClr>
              <a:buSzPts val="1000"/>
              <a:buChar char="■"/>
              <a:defRPr sz="1000">
                <a:solidFill>
                  <a:srgbClr val="F0F0F1"/>
                </a:solidFill>
              </a:defRPr>
            </a:lvl3pPr>
            <a:lvl4pPr marL="1828800" lvl="3" indent="-2921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0F0F1"/>
              </a:buClr>
              <a:buSzPts val="1000"/>
              <a:buChar char="●"/>
              <a:defRPr sz="1000">
                <a:solidFill>
                  <a:srgbClr val="F0F0F1"/>
                </a:solidFill>
              </a:defRPr>
            </a:lvl4pPr>
            <a:lvl5pPr marL="2286000" lvl="4" indent="-2921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0F0F1"/>
              </a:buClr>
              <a:buSzPts val="1000"/>
              <a:buChar char="○"/>
              <a:defRPr sz="1000">
                <a:solidFill>
                  <a:srgbClr val="F0F0F1"/>
                </a:solidFill>
              </a:defRPr>
            </a:lvl5pPr>
            <a:lvl6pPr marL="2743200" lvl="5" indent="-2921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0F0F1"/>
              </a:buClr>
              <a:buSzPts val="1000"/>
              <a:buChar char="■"/>
              <a:defRPr sz="1000">
                <a:solidFill>
                  <a:srgbClr val="F0F0F1"/>
                </a:solidFill>
              </a:defRPr>
            </a:lvl6pPr>
            <a:lvl7pPr marL="3200400" lvl="6" indent="-2921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0F0F1"/>
              </a:buClr>
              <a:buSzPts val="1000"/>
              <a:buChar char="●"/>
              <a:defRPr sz="1000">
                <a:solidFill>
                  <a:srgbClr val="F0F0F1"/>
                </a:solidFill>
              </a:defRPr>
            </a:lvl7pPr>
            <a:lvl8pPr marL="3657600" lvl="7" indent="-2921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0F0F1"/>
              </a:buClr>
              <a:buSzPts val="1000"/>
              <a:buChar char="○"/>
              <a:defRPr sz="1000">
                <a:solidFill>
                  <a:srgbClr val="F0F0F1"/>
                </a:solidFill>
              </a:defRPr>
            </a:lvl8pPr>
            <a:lvl9pPr marL="4114800" lvl="8" indent="-2921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0F0F1"/>
              </a:buClr>
              <a:buSzPts val="1000"/>
              <a:buChar char="■"/>
              <a:defRPr sz="1000">
                <a:solidFill>
                  <a:srgbClr val="F0F0F1"/>
                </a:solidFill>
              </a:defRPr>
            </a:lvl9pPr>
          </a:lstStyle>
          <a:p>
            <a:endParaRPr/>
          </a:p>
        </p:txBody>
      </p:sp>
      <p:sp>
        <p:nvSpPr>
          <p:cNvPr id="66" name="Google Shape;66;p9"/>
          <p:cNvSpPr txBox="1">
            <a:spLocks noGrp="1"/>
          </p:cNvSpPr>
          <p:nvPr>
            <p:ph type="sldNum" idx="12"/>
          </p:nvPr>
        </p:nvSpPr>
        <p:spPr>
          <a:xfrm>
            <a:off x="-11800" y="4745875"/>
            <a:ext cx="548700" cy="32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>
            <a:lvl1pPr lvl="0" algn="r" rtl="0">
              <a:buNone/>
              <a:defRPr sz="1200">
                <a:solidFill>
                  <a:srgbClr val="808080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algn="r" rtl="0">
              <a:buNone/>
              <a:defRPr sz="1200">
                <a:solidFill>
                  <a:srgbClr val="808080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r" rtl="0">
              <a:buNone/>
              <a:defRPr sz="1200">
                <a:solidFill>
                  <a:srgbClr val="808080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r" rtl="0">
              <a:buNone/>
              <a:defRPr sz="1200">
                <a:solidFill>
                  <a:srgbClr val="808080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r" rtl="0">
              <a:buNone/>
              <a:defRPr sz="1200">
                <a:solidFill>
                  <a:srgbClr val="808080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r" rtl="0">
              <a:buNone/>
              <a:defRPr sz="1200">
                <a:solidFill>
                  <a:srgbClr val="808080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r" rtl="0">
              <a:buNone/>
              <a:defRPr sz="1200">
                <a:solidFill>
                  <a:srgbClr val="808080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r" rtl="0">
              <a:buNone/>
              <a:defRPr sz="1200">
                <a:solidFill>
                  <a:srgbClr val="808080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r" rtl="0">
              <a:buNone/>
              <a:defRPr sz="1200">
                <a:solidFill>
                  <a:srgbClr val="808080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67" name="Google Shape;67;p9"/>
          <p:cNvSpPr txBox="1">
            <a:spLocks noGrp="1"/>
          </p:cNvSpPr>
          <p:nvPr>
            <p:ph type="title"/>
          </p:nvPr>
        </p:nvSpPr>
        <p:spPr>
          <a:xfrm>
            <a:off x="4883700" y="1195297"/>
            <a:ext cx="3900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 sz="1400" b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 sz="1400" b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 sz="1400" b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 sz="1400" b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 sz="1400" b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 sz="1400" b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 sz="1400" b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 sz="1400" b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pic>
        <p:nvPicPr>
          <p:cNvPr id="68" name="Google Shape;68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817075" y="410750"/>
            <a:ext cx="2196051" cy="496200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9"/>
          <p:cNvSpPr txBox="1">
            <a:spLocks noGrp="1"/>
          </p:cNvSpPr>
          <p:nvPr>
            <p:ph type="body" idx="2"/>
          </p:nvPr>
        </p:nvSpPr>
        <p:spPr>
          <a:xfrm>
            <a:off x="311700" y="1955399"/>
            <a:ext cx="3809100" cy="30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ter Medium"/>
              <a:buChar char="－"/>
              <a:defRPr sz="1000">
                <a:solidFill>
                  <a:srgbClr val="151515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marL="914400" lvl="1" indent="-2921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000"/>
              <a:buFont typeface="Inter Medium"/>
              <a:buChar char="○"/>
              <a:defRPr sz="1000">
                <a:solidFill>
                  <a:srgbClr val="151515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marL="1371600" lvl="2" indent="-2921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000"/>
              <a:buChar char="■"/>
              <a:defRPr sz="1000">
                <a:solidFill>
                  <a:srgbClr val="151515"/>
                </a:solidFill>
              </a:defRPr>
            </a:lvl3pPr>
            <a:lvl4pPr marL="1828800" lvl="3" indent="-2921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000"/>
              <a:buChar char="●"/>
              <a:defRPr sz="1000">
                <a:solidFill>
                  <a:srgbClr val="151515"/>
                </a:solidFill>
              </a:defRPr>
            </a:lvl4pPr>
            <a:lvl5pPr marL="2286000" lvl="4" indent="-2921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000"/>
              <a:buChar char="○"/>
              <a:defRPr sz="1000">
                <a:solidFill>
                  <a:srgbClr val="151515"/>
                </a:solidFill>
              </a:defRPr>
            </a:lvl5pPr>
            <a:lvl6pPr marL="2743200" lvl="5" indent="-2921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000"/>
              <a:buChar char="■"/>
              <a:defRPr sz="1000">
                <a:solidFill>
                  <a:srgbClr val="151515"/>
                </a:solidFill>
              </a:defRPr>
            </a:lvl6pPr>
            <a:lvl7pPr marL="3200400" lvl="6" indent="-2921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000"/>
              <a:buChar char="●"/>
              <a:defRPr sz="1000">
                <a:solidFill>
                  <a:srgbClr val="151515"/>
                </a:solidFill>
              </a:defRPr>
            </a:lvl7pPr>
            <a:lvl8pPr marL="3657600" lvl="7" indent="-2921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000"/>
              <a:buChar char="○"/>
              <a:defRPr sz="1000">
                <a:solidFill>
                  <a:srgbClr val="151515"/>
                </a:solidFill>
              </a:defRPr>
            </a:lvl8pPr>
            <a:lvl9pPr marL="4114800" lvl="8" indent="-2921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000"/>
              <a:buChar char="■"/>
              <a:defRPr sz="1000">
                <a:solidFill>
                  <a:srgbClr val="151515"/>
                </a:solidFill>
              </a:defRPr>
            </a:lvl9pPr>
          </a:lstStyle>
          <a:p>
            <a:endParaRPr/>
          </a:p>
        </p:txBody>
      </p:sp>
      <p:sp>
        <p:nvSpPr>
          <p:cNvPr id="70" name="Google Shape;70;p9"/>
          <p:cNvSpPr txBox="1">
            <a:spLocks noGrp="1"/>
          </p:cNvSpPr>
          <p:nvPr>
            <p:ph type="title" idx="3"/>
          </p:nvPr>
        </p:nvSpPr>
        <p:spPr>
          <a:xfrm>
            <a:off x="311700" y="1195297"/>
            <a:ext cx="3900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Inter"/>
              <a:buNone/>
              <a:defRPr sz="1200" b="1">
                <a:latin typeface="Inter"/>
                <a:ea typeface="Inter"/>
                <a:cs typeface="Inter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Font typeface="Inter"/>
              <a:buNone/>
              <a:defRPr sz="1400" b="1"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Font typeface="Inter"/>
              <a:buNone/>
              <a:defRPr sz="1400" b="1"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Font typeface="Inter"/>
              <a:buNone/>
              <a:defRPr sz="1400" b="1"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Font typeface="Inter"/>
              <a:buNone/>
              <a:defRPr sz="1400" b="1"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Font typeface="Inter"/>
              <a:buNone/>
              <a:defRPr sz="1400" b="1"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Font typeface="Inter"/>
              <a:buNone/>
              <a:defRPr sz="1400" b="1"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Font typeface="Inter"/>
              <a:buNone/>
              <a:defRPr sz="1400" b="1"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Font typeface="Inter"/>
              <a:buNone/>
              <a:defRPr sz="1400" b="1"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099069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heavy slide 2 columns (dark mode)">
  <p:cSld name="Content heavy slide 2 columns (dark mode)">
    <p:bg>
      <p:bgPr>
        <a:solidFill>
          <a:schemeClr val="dk1"/>
        </a:solidFill>
        <a:effectLst/>
      </p:bgPr>
    </p:bg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0"/>
          <p:cNvSpPr txBox="1">
            <a:spLocks noGrp="1"/>
          </p:cNvSpPr>
          <p:nvPr>
            <p:ph type="title"/>
          </p:nvPr>
        </p:nvSpPr>
        <p:spPr>
          <a:xfrm>
            <a:off x="311700" y="3688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600"/>
              <a:buFont typeface="Inter ExtraBold"/>
              <a:buNone/>
              <a:defRPr sz="2600">
                <a:solidFill>
                  <a:schemeClr val="accent2"/>
                </a:solidFill>
                <a:latin typeface="Inter ExtraBold"/>
                <a:ea typeface="Inter ExtraBold"/>
                <a:cs typeface="Inter ExtraBold"/>
                <a:sym typeface="Inter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"/>
              <a:buNone/>
              <a:defRPr sz="2600" b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"/>
              <a:buNone/>
              <a:defRPr sz="2600" b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"/>
              <a:buNone/>
              <a:defRPr sz="2600" b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"/>
              <a:buNone/>
              <a:defRPr sz="2600" b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"/>
              <a:buNone/>
              <a:defRPr sz="2600" b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"/>
              <a:buNone/>
              <a:defRPr sz="2600" b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"/>
              <a:buNone/>
              <a:defRPr sz="2600" b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"/>
              <a:buNone/>
              <a:defRPr sz="2600" b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73" name="Google Shape;73;p10"/>
          <p:cNvSpPr txBox="1">
            <a:spLocks noGrp="1"/>
          </p:cNvSpPr>
          <p:nvPr>
            <p:ph type="body" idx="1"/>
          </p:nvPr>
        </p:nvSpPr>
        <p:spPr>
          <a:xfrm>
            <a:off x="311700" y="1076275"/>
            <a:ext cx="38091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"/>
              <a:buChar char="●"/>
              <a:defRPr sz="18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L="914400" lvl="1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 Medium"/>
              <a:buChar char="○"/>
              <a:defRPr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marL="1371600" lvl="2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grpSp>
        <p:nvGrpSpPr>
          <p:cNvPr id="74" name="Google Shape;74;p10"/>
          <p:cNvGrpSpPr/>
          <p:nvPr/>
        </p:nvGrpSpPr>
        <p:grpSpPr>
          <a:xfrm>
            <a:off x="0" y="4570800"/>
            <a:ext cx="9144000" cy="572700"/>
            <a:chOff x="0" y="4570800"/>
            <a:chExt cx="9144000" cy="572700"/>
          </a:xfrm>
        </p:grpSpPr>
        <p:sp>
          <p:nvSpPr>
            <p:cNvPr id="75" name="Google Shape;75;p10"/>
            <p:cNvSpPr/>
            <p:nvPr/>
          </p:nvSpPr>
          <p:spPr>
            <a:xfrm>
              <a:off x="4541925" y="4570800"/>
              <a:ext cx="4602075" cy="572700"/>
            </a:xfrm>
            <a:prstGeom prst="flowChartManualInput">
              <a:avLst/>
            </a:prstGeom>
            <a:solidFill>
              <a:srgbClr val="FBFF56"/>
            </a:solidFill>
            <a:ln w="9525" cap="flat" cmpd="sng">
              <a:solidFill>
                <a:srgbClr val="FBFF5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76" name="Google Shape;76;p10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8689122" y="4680164"/>
              <a:ext cx="360000" cy="360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7" name="Google Shape;77;p10"/>
            <p:cNvSpPr/>
            <p:nvPr/>
          </p:nvSpPr>
          <p:spPr>
            <a:xfrm>
              <a:off x="0" y="4686300"/>
              <a:ext cx="4541925" cy="457200"/>
            </a:xfrm>
            <a:prstGeom prst="flowChartManualInput">
              <a:avLst/>
            </a:prstGeom>
            <a:solidFill>
              <a:srgbClr val="FBFF56"/>
            </a:solidFill>
            <a:ln w="9525" cap="flat" cmpd="sng">
              <a:solidFill>
                <a:srgbClr val="FBFF5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8" name="Google Shape;78;p10"/>
          <p:cNvSpPr txBox="1">
            <a:spLocks noGrp="1"/>
          </p:cNvSpPr>
          <p:nvPr>
            <p:ph type="body" idx="2"/>
          </p:nvPr>
        </p:nvSpPr>
        <p:spPr>
          <a:xfrm>
            <a:off x="4578900" y="1076275"/>
            <a:ext cx="38091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"/>
              <a:buChar char="●"/>
              <a:defRPr sz="18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L="914400" lvl="1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 Medium"/>
              <a:buChar char="○"/>
              <a:defRPr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marL="1371600" lvl="2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79" name="Google Shape;79;p1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r" rtl="0">
              <a:buNone/>
              <a:defRPr sz="1300">
                <a:solidFill>
                  <a:srgbClr val="41414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algn="r" rtl="0">
              <a:buNone/>
              <a:defRPr sz="1300">
                <a:solidFill>
                  <a:srgbClr val="41414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r" rtl="0">
              <a:buNone/>
              <a:defRPr sz="1300">
                <a:solidFill>
                  <a:srgbClr val="41414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r" rtl="0">
              <a:buNone/>
              <a:defRPr sz="1300">
                <a:solidFill>
                  <a:srgbClr val="41414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r" rtl="0">
              <a:buNone/>
              <a:defRPr sz="1300">
                <a:solidFill>
                  <a:srgbClr val="41414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r" rtl="0">
              <a:buNone/>
              <a:defRPr sz="1300">
                <a:solidFill>
                  <a:srgbClr val="41414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r" rtl="0">
              <a:buNone/>
              <a:defRPr sz="1300">
                <a:solidFill>
                  <a:srgbClr val="41414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r" rtl="0">
              <a:buNone/>
              <a:defRPr sz="1300">
                <a:solidFill>
                  <a:srgbClr val="41414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r" rtl="0">
              <a:buNone/>
              <a:defRPr sz="1300">
                <a:solidFill>
                  <a:srgbClr val="41414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80" name="Google Shape;80;p10"/>
          <p:cNvSpPr txBox="1">
            <a:spLocks noGrp="1"/>
          </p:cNvSpPr>
          <p:nvPr>
            <p:ph type="sldNum" idx="3"/>
          </p:nvPr>
        </p:nvSpPr>
        <p:spPr>
          <a:xfrm>
            <a:off x="-11800" y="4745875"/>
            <a:ext cx="548700" cy="32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>
            <a:lvl1pPr lvl="0" algn="r" rtl="0">
              <a:buNone/>
              <a:defRPr sz="1200">
                <a:solidFill>
                  <a:srgbClr val="808080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algn="r" rtl="0">
              <a:buNone/>
              <a:defRPr sz="1200">
                <a:solidFill>
                  <a:srgbClr val="808080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r" rtl="0">
              <a:buNone/>
              <a:defRPr sz="1200">
                <a:solidFill>
                  <a:srgbClr val="808080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r" rtl="0">
              <a:buNone/>
              <a:defRPr sz="1200">
                <a:solidFill>
                  <a:srgbClr val="808080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r" rtl="0">
              <a:buNone/>
              <a:defRPr sz="1200">
                <a:solidFill>
                  <a:srgbClr val="808080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r" rtl="0">
              <a:buNone/>
              <a:defRPr sz="1200">
                <a:solidFill>
                  <a:srgbClr val="808080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r" rtl="0">
              <a:buNone/>
              <a:defRPr sz="1200">
                <a:solidFill>
                  <a:srgbClr val="808080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r" rtl="0">
              <a:buNone/>
              <a:defRPr sz="1200">
                <a:solidFill>
                  <a:srgbClr val="808080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r" rtl="0">
              <a:buNone/>
              <a:defRPr sz="1200">
                <a:solidFill>
                  <a:srgbClr val="808080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909977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>
  <p:cSld name="Blank slide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1"/>
          <p:cNvSpPr txBox="1">
            <a:spLocks noGrp="1"/>
          </p:cNvSpPr>
          <p:nvPr>
            <p:ph type="title"/>
          </p:nvPr>
        </p:nvSpPr>
        <p:spPr>
          <a:xfrm>
            <a:off x="311700" y="3688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ExtraBold"/>
              <a:buNone/>
              <a:defRPr sz="2600">
                <a:solidFill>
                  <a:schemeClr val="dk1"/>
                </a:solidFill>
                <a:latin typeface="Inter ExtraBold"/>
                <a:ea typeface="Inter ExtraBold"/>
                <a:cs typeface="Inter ExtraBold"/>
                <a:sym typeface="Inter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"/>
              <a:buNone/>
              <a:defRPr sz="2600" b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"/>
              <a:buNone/>
              <a:defRPr sz="2600" b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"/>
              <a:buNone/>
              <a:defRPr sz="2600" b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"/>
              <a:buNone/>
              <a:defRPr sz="2600" b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"/>
              <a:buNone/>
              <a:defRPr sz="2600" b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"/>
              <a:buNone/>
              <a:defRPr sz="2600" b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"/>
              <a:buNone/>
              <a:defRPr sz="2600" b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"/>
              <a:buNone/>
              <a:defRPr sz="2600" b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grpSp>
        <p:nvGrpSpPr>
          <p:cNvPr id="83" name="Google Shape;83;p11"/>
          <p:cNvGrpSpPr/>
          <p:nvPr/>
        </p:nvGrpSpPr>
        <p:grpSpPr>
          <a:xfrm>
            <a:off x="0" y="4570800"/>
            <a:ext cx="9144000" cy="572700"/>
            <a:chOff x="0" y="4570800"/>
            <a:chExt cx="9144000" cy="572700"/>
          </a:xfrm>
        </p:grpSpPr>
        <p:sp>
          <p:nvSpPr>
            <p:cNvPr id="84" name="Google Shape;84;p11"/>
            <p:cNvSpPr/>
            <p:nvPr/>
          </p:nvSpPr>
          <p:spPr>
            <a:xfrm>
              <a:off x="4541925" y="4570800"/>
              <a:ext cx="4602075" cy="572700"/>
            </a:xfrm>
            <a:prstGeom prst="flowChartManualInput">
              <a:avLst/>
            </a:prstGeom>
            <a:solidFill>
              <a:srgbClr val="FBFF56"/>
            </a:solidFill>
            <a:ln w="9525" cap="flat" cmpd="sng">
              <a:solidFill>
                <a:srgbClr val="FBFF5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85" name="Google Shape;85;p11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8689122" y="4680164"/>
              <a:ext cx="360000" cy="360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6" name="Google Shape;86;p11"/>
            <p:cNvSpPr/>
            <p:nvPr/>
          </p:nvSpPr>
          <p:spPr>
            <a:xfrm>
              <a:off x="0" y="4679425"/>
              <a:ext cx="4541925" cy="462300"/>
            </a:xfrm>
            <a:prstGeom prst="flowChartManualInput">
              <a:avLst/>
            </a:prstGeom>
            <a:solidFill>
              <a:srgbClr val="FBFF56"/>
            </a:solidFill>
            <a:ln w="9525" cap="flat" cmpd="sng">
              <a:solidFill>
                <a:srgbClr val="FBFF5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7" name="Google Shape;87;p11"/>
          <p:cNvSpPr txBox="1">
            <a:spLocks noGrp="1"/>
          </p:cNvSpPr>
          <p:nvPr>
            <p:ph type="sldNum" idx="12"/>
          </p:nvPr>
        </p:nvSpPr>
        <p:spPr>
          <a:xfrm>
            <a:off x="-11800" y="4745875"/>
            <a:ext cx="548700" cy="32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>
            <a:lvl1pPr lvl="0" algn="r" rtl="0">
              <a:buNone/>
              <a:defRPr sz="1200">
                <a:solidFill>
                  <a:srgbClr val="808080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algn="r" rtl="0">
              <a:buNone/>
              <a:defRPr sz="1200">
                <a:solidFill>
                  <a:srgbClr val="808080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r" rtl="0">
              <a:buNone/>
              <a:defRPr sz="1200">
                <a:solidFill>
                  <a:srgbClr val="808080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r" rtl="0">
              <a:buNone/>
              <a:defRPr sz="1200">
                <a:solidFill>
                  <a:srgbClr val="808080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r" rtl="0">
              <a:buNone/>
              <a:defRPr sz="1200">
                <a:solidFill>
                  <a:srgbClr val="808080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r" rtl="0">
              <a:buNone/>
              <a:defRPr sz="1200">
                <a:solidFill>
                  <a:srgbClr val="808080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r" rtl="0">
              <a:buNone/>
              <a:defRPr sz="1200">
                <a:solidFill>
                  <a:srgbClr val="808080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r" rtl="0">
              <a:buNone/>
              <a:defRPr sz="1200">
                <a:solidFill>
                  <a:srgbClr val="808080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r" rtl="0">
              <a:buNone/>
              <a:defRPr sz="1200">
                <a:solidFill>
                  <a:srgbClr val="808080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0346905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 (dark mode)">
  <p:cSld name="Blank slide (dark mode)">
    <p:bg>
      <p:bgPr>
        <a:solidFill>
          <a:schemeClr val="dk1"/>
        </a:solidFill>
        <a:effectLst/>
      </p:bgPr>
    </p:bg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2"/>
          <p:cNvSpPr txBox="1">
            <a:spLocks noGrp="1"/>
          </p:cNvSpPr>
          <p:nvPr>
            <p:ph type="title"/>
          </p:nvPr>
        </p:nvSpPr>
        <p:spPr>
          <a:xfrm>
            <a:off x="311700" y="3688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600"/>
              <a:buFont typeface="Inter ExtraBold"/>
              <a:buNone/>
              <a:defRPr sz="2600">
                <a:solidFill>
                  <a:schemeClr val="accent2"/>
                </a:solidFill>
                <a:latin typeface="Inter ExtraBold"/>
                <a:ea typeface="Inter ExtraBold"/>
                <a:cs typeface="Inter ExtraBold"/>
                <a:sym typeface="Inter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"/>
              <a:buNone/>
              <a:defRPr sz="2600" b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"/>
              <a:buNone/>
              <a:defRPr sz="2600" b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"/>
              <a:buNone/>
              <a:defRPr sz="2600" b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"/>
              <a:buNone/>
              <a:defRPr sz="2600" b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"/>
              <a:buNone/>
              <a:defRPr sz="2600" b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"/>
              <a:buNone/>
              <a:defRPr sz="2600" b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"/>
              <a:buNone/>
              <a:defRPr sz="2600" b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"/>
              <a:buNone/>
              <a:defRPr sz="2600" b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grpSp>
        <p:nvGrpSpPr>
          <p:cNvPr id="90" name="Google Shape;90;p12"/>
          <p:cNvGrpSpPr/>
          <p:nvPr/>
        </p:nvGrpSpPr>
        <p:grpSpPr>
          <a:xfrm>
            <a:off x="0" y="4570800"/>
            <a:ext cx="9144000" cy="572700"/>
            <a:chOff x="0" y="4570800"/>
            <a:chExt cx="9144000" cy="572700"/>
          </a:xfrm>
        </p:grpSpPr>
        <p:sp>
          <p:nvSpPr>
            <p:cNvPr id="91" name="Google Shape;91;p12"/>
            <p:cNvSpPr/>
            <p:nvPr/>
          </p:nvSpPr>
          <p:spPr>
            <a:xfrm>
              <a:off x="4541925" y="4570800"/>
              <a:ext cx="4602075" cy="572700"/>
            </a:xfrm>
            <a:prstGeom prst="flowChartManualInput">
              <a:avLst/>
            </a:prstGeom>
            <a:solidFill>
              <a:srgbClr val="FBFF56"/>
            </a:solidFill>
            <a:ln w="9525" cap="flat" cmpd="sng">
              <a:solidFill>
                <a:srgbClr val="FBFF5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92" name="Google Shape;92;p12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8689122" y="4680164"/>
              <a:ext cx="360000" cy="360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3" name="Google Shape;93;p12"/>
            <p:cNvSpPr/>
            <p:nvPr/>
          </p:nvSpPr>
          <p:spPr>
            <a:xfrm>
              <a:off x="0" y="4686300"/>
              <a:ext cx="4541925" cy="457200"/>
            </a:xfrm>
            <a:prstGeom prst="flowChartManualInput">
              <a:avLst/>
            </a:prstGeom>
            <a:solidFill>
              <a:srgbClr val="FBFF56"/>
            </a:solidFill>
            <a:ln w="9525" cap="flat" cmpd="sng">
              <a:solidFill>
                <a:srgbClr val="FBFF5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4" name="Google Shape;94;p12"/>
          <p:cNvSpPr txBox="1">
            <a:spLocks noGrp="1"/>
          </p:cNvSpPr>
          <p:nvPr>
            <p:ph type="sldNum" idx="12"/>
          </p:nvPr>
        </p:nvSpPr>
        <p:spPr>
          <a:xfrm>
            <a:off x="-11800" y="4745875"/>
            <a:ext cx="548700" cy="32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>
            <a:lvl1pPr lvl="0" algn="r" rtl="0">
              <a:buNone/>
              <a:defRPr sz="1200">
                <a:solidFill>
                  <a:srgbClr val="808080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algn="r" rtl="0">
              <a:buNone/>
              <a:defRPr sz="1200">
                <a:solidFill>
                  <a:srgbClr val="808080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r" rtl="0">
              <a:buNone/>
              <a:defRPr sz="1200">
                <a:solidFill>
                  <a:srgbClr val="808080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r" rtl="0">
              <a:buNone/>
              <a:defRPr sz="1200">
                <a:solidFill>
                  <a:srgbClr val="808080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r" rtl="0">
              <a:buNone/>
              <a:defRPr sz="1200">
                <a:solidFill>
                  <a:srgbClr val="808080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r" rtl="0">
              <a:buNone/>
              <a:defRPr sz="1200">
                <a:solidFill>
                  <a:srgbClr val="808080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r" rtl="0">
              <a:buNone/>
              <a:defRPr sz="1200">
                <a:solidFill>
                  <a:srgbClr val="808080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r" rtl="0">
              <a:buNone/>
              <a:defRPr sz="1200">
                <a:solidFill>
                  <a:srgbClr val="808080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r" rtl="0">
              <a:buNone/>
              <a:defRPr sz="1200">
                <a:solidFill>
                  <a:srgbClr val="808080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32433420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slide less text heavy">
  <p:cSld name="Content slide less text heavy"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3"/>
          <p:cNvSpPr txBox="1">
            <a:spLocks noGrp="1"/>
          </p:cNvSpPr>
          <p:nvPr>
            <p:ph type="title"/>
          </p:nvPr>
        </p:nvSpPr>
        <p:spPr>
          <a:xfrm>
            <a:off x="311700" y="368825"/>
            <a:ext cx="543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ExtraBold"/>
              <a:buNone/>
              <a:defRPr sz="2600">
                <a:solidFill>
                  <a:schemeClr val="dk1"/>
                </a:solidFill>
                <a:latin typeface="Inter ExtraBold"/>
                <a:ea typeface="Inter ExtraBold"/>
                <a:cs typeface="Inter ExtraBold"/>
                <a:sym typeface="Inter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"/>
              <a:buNone/>
              <a:defRPr sz="2600" b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"/>
              <a:buNone/>
              <a:defRPr sz="2600" b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"/>
              <a:buNone/>
              <a:defRPr sz="2600" b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"/>
              <a:buNone/>
              <a:defRPr sz="2600" b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"/>
              <a:buNone/>
              <a:defRPr sz="2600" b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"/>
              <a:buNone/>
              <a:defRPr sz="2600" b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"/>
              <a:buNone/>
              <a:defRPr sz="2600" b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"/>
              <a:buNone/>
              <a:defRPr sz="2600" b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97" name="Google Shape;97;p13"/>
          <p:cNvSpPr txBox="1">
            <a:spLocks noGrp="1"/>
          </p:cNvSpPr>
          <p:nvPr>
            <p:ph type="body" idx="1"/>
          </p:nvPr>
        </p:nvSpPr>
        <p:spPr>
          <a:xfrm>
            <a:off x="311700" y="1076275"/>
            <a:ext cx="543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61600"/>
              </a:buClr>
              <a:buSzPts val="1800"/>
              <a:buFont typeface="Inter"/>
              <a:buChar char="●"/>
              <a:defRPr sz="1800">
                <a:solidFill>
                  <a:srgbClr val="414141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L="914400" lvl="1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61600"/>
              </a:buClr>
              <a:buSzPts val="1400"/>
              <a:buFont typeface="Inter Medium"/>
              <a:buChar char="○"/>
              <a:defRPr>
                <a:solidFill>
                  <a:srgbClr val="414141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marL="1371600" lvl="2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61600"/>
              </a:buClr>
              <a:buSzPts val="1400"/>
              <a:buChar char="■"/>
              <a:defRPr>
                <a:solidFill>
                  <a:srgbClr val="414141"/>
                </a:solidFill>
              </a:defRPr>
            </a:lvl3pPr>
            <a:lvl4pPr marL="1828800" lvl="3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61600"/>
              </a:buClr>
              <a:buSzPts val="1400"/>
              <a:buChar char="●"/>
              <a:defRPr>
                <a:solidFill>
                  <a:srgbClr val="414141"/>
                </a:solidFill>
              </a:defRPr>
            </a:lvl4pPr>
            <a:lvl5pPr marL="2286000" lvl="4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14141"/>
              </a:buClr>
              <a:buSzPts val="1400"/>
              <a:buChar char="○"/>
              <a:defRPr>
                <a:solidFill>
                  <a:srgbClr val="414141"/>
                </a:solidFill>
              </a:defRPr>
            </a:lvl5pPr>
            <a:lvl6pPr marL="2743200" lvl="5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61600"/>
              </a:buClr>
              <a:buSzPts val="1400"/>
              <a:buChar char="■"/>
              <a:defRPr>
                <a:solidFill>
                  <a:srgbClr val="414141"/>
                </a:solidFill>
              </a:defRPr>
            </a:lvl6pPr>
            <a:lvl7pPr marL="3200400" lvl="6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61600"/>
              </a:buClr>
              <a:buSzPts val="1400"/>
              <a:buChar char="●"/>
              <a:defRPr>
                <a:solidFill>
                  <a:srgbClr val="414141"/>
                </a:solidFill>
              </a:defRPr>
            </a:lvl7pPr>
            <a:lvl8pPr marL="3657600" lvl="7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61600"/>
              </a:buClr>
              <a:buSzPts val="1400"/>
              <a:buChar char="○"/>
              <a:defRPr>
                <a:solidFill>
                  <a:srgbClr val="414141"/>
                </a:solidFill>
              </a:defRPr>
            </a:lvl8pPr>
            <a:lvl9pPr marL="4114800" lvl="8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61600"/>
              </a:buClr>
              <a:buSzPts val="1400"/>
              <a:buChar char="■"/>
              <a:defRPr>
                <a:solidFill>
                  <a:srgbClr val="414141"/>
                </a:solidFill>
              </a:defRPr>
            </a:lvl9pPr>
          </a:lstStyle>
          <a:p>
            <a:endParaRPr/>
          </a:p>
        </p:txBody>
      </p:sp>
      <p:grpSp>
        <p:nvGrpSpPr>
          <p:cNvPr id="98" name="Google Shape;98;p13"/>
          <p:cNvGrpSpPr/>
          <p:nvPr/>
        </p:nvGrpSpPr>
        <p:grpSpPr>
          <a:xfrm>
            <a:off x="5768350" y="5775"/>
            <a:ext cx="3384650" cy="5131950"/>
            <a:chOff x="5768350" y="5775"/>
            <a:chExt cx="3384650" cy="5131950"/>
          </a:xfrm>
        </p:grpSpPr>
        <p:sp>
          <p:nvSpPr>
            <p:cNvPr id="99" name="Google Shape;99;p13"/>
            <p:cNvSpPr/>
            <p:nvPr/>
          </p:nvSpPr>
          <p:spPr>
            <a:xfrm rot="-5400000" flipH="1">
              <a:off x="4894700" y="879425"/>
              <a:ext cx="5131950" cy="3384650"/>
            </a:xfrm>
            <a:prstGeom prst="flowChartManualInput">
              <a:avLst/>
            </a:prstGeom>
            <a:solidFill>
              <a:srgbClr val="FBFF5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100" name="Google Shape;100;p13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8697650" y="4703624"/>
              <a:ext cx="349050" cy="3490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01" name="Google Shape;101;p13"/>
          <p:cNvSpPr txBox="1">
            <a:spLocks noGrp="1"/>
          </p:cNvSpPr>
          <p:nvPr>
            <p:ph type="sldNum" idx="12"/>
          </p:nvPr>
        </p:nvSpPr>
        <p:spPr>
          <a:xfrm>
            <a:off x="0" y="4749150"/>
            <a:ext cx="548700" cy="39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 rtl="0">
              <a:buNone/>
              <a:defRPr sz="1000">
                <a:solidFill>
                  <a:schemeClr val="dk2"/>
                </a:solidFill>
              </a:defRPr>
            </a:lvl1pPr>
            <a:lvl2pPr lvl="1" algn="r" rtl="0">
              <a:buNone/>
              <a:defRPr sz="1000">
                <a:solidFill>
                  <a:schemeClr val="dk2"/>
                </a:solidFill>
              </a:defRPr>
            </a:lvl2pPr>
            <a:lvl3pPr lvl="2" algn="r" rtl="0">
              <a:buNone/>
              <a:defRPr sz="1000">
                <a:solidFill>
                  <a:schemeClr val="dk2"/>
                </a:solidFill>
              </a:defRPr>
            </a:lvl3pPr>
            <a:lvl4pPr lvl="3" algn="r" rtl="0">
              <a:buNone/>
              <a:defRPr sz="1000">
                <a:solidFill>
                  <a:schemeClr val="dk2"/>
                </a:solidFill>
              </a:defRPr>
            </a:lvl4pPr>
            <a:lvl5pPr lvl="4" algn="r" rtl="0">
              <a:buNone/>
              <a:defRPr sz="1000">
                <a:solidFill>
                  <a:schemeClr val="dk2"/>
                </a:solidFill>
              </a:defRPr>
            </a:lvl5pPr>
            <a:lvl6pPr lvl="5" algn="r" rtl="0">
              <a:buNone/>
              <a:defRPr sz="1000">
                <a:solidFill>
                  <a:schemeClr val="dk2"/>
                </a:solidFill>
              </a:defRPr>
            </a:lvl6pPr>
            <a:lvl7pPr lvl="6" algn="r" rtl="0">
              <a:buNone/>
              <a:defRPr sz="1000">
                <a:solidFill>
                  <a:schemeClr val="dk2"/>
                </a:solidFill>
              </a:defRPr>
            </a:lvl7pPr>
            <a:lvl8pPr lvl="7" algn="r" rtl="0">
              <a:buNone/>
              <a:defRPr sz="1000">
                <a:solidFill>
                  <a:schemeClr val="dk2"/>
                </a:solidFill>
              </a:defRPr>
            </a:lvl8pPr>
            <a:lvl9pPr lvl="8" algn="r" rtl="0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7593683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slide less text heavy (dark mode)">
  <p:cSld name="Content slide less text heavy (dark mode)">
    <p:bg>
      <p:bgPr>
        <a:solidFill>
          <a:schemeClr val="dk1"/>
        </a:solidFill>
        <a:effectLst/>
      </p:bgPr>
    </p:bg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4"/>
          <p:cNvSpPr txBox="1">
            <a:spLocks noGrp="1"/>
          </p:cNvSpPr>
          <p:nvPr>
            <p:ph type="title"/>
          </p:nvPr>
        </p:nvSpPr>
        <p:spPr>
          <a:xfrm>
            <a:off x="311700" y="368825"/>
            <a:ext cx="543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600"/>
              <a:buFont typeface="Inter ExtraBold"/>
              <a:buNone/>
              <a:defRPr sz="2600">
                <a:solidFill>
                  <a:schemeClr val="accent2"/>
                </a:solidFill>
                <a:latin typeface="Inter ExtraBold"/>
                <a:ea typeface="Inter ExtraBold"/>
                <a:cs typeface="Inter ExtraBold"/>
                <a:sym typeface="Inter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"/>
              <a:buNone/>
              <a:defRPr sz="2600" b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"/>
              <a:buNone/>
              <a:defRPr sz="2600" b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"/>
              <a:buNone/>
              <a:defRPr sz="2600" b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"/>
              <a:buNone/>
              <a:defRPr sz="2600" b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"/>
              <a:buNone/>
              <a:defRPr sz="2600" b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"/>
              <a:buNone/>
              <a:defRPr sz="2600" b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"/>
              <a:buNone/>
              <a:defRPr sz="2600" b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"/>
              <a:buNone/>
              <a:defRPr sz="2600" b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104" name="Google Shape;104;p14"/>
          <p:cNvSpPr txBox="1">
            <a:spLocks noGrp="1"/>
          </p:cNvSpPr>
          <p:nvPr>
            <p:ph type="body" idx="1"/>
          </p:nvPr>
        </p:nvSpPr>
        <p:spPr>
          <a:xfrm>
            <a:off x="311700" y="1076275"/>
            <a:ext cx="543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"/>
              <a:buChar char="●"/>
              <a:defRPr sz="18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L="914400" lvl="1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 Medium"/>
              <a:buChar char="○"/>
              <a:defRPr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marL="1371600" lvl="2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grpSp>
        <p:nvGrpSpPr>
          <p:cNvPr id="105" name="Google Shape;105;p14"/>
          <p:cNvGrpSpPr/>
          <p:nvPr/>
        </p:nvGrpSpPr>
        <p:grpSpPr>
          <a:xfrm>
            <a:off x="5768350" y="5775"/>
            <a:ext cx="3384650" cy="5131950"/>
            <a:chOff x="5768350" y="5775"/>
            <a:chExt cx="3384650" cy="5131950"/>
          </a:xfrm>
        </p:grpSpPr>
        <p:sp>
          <p:nvSpPr>
            <p:cNvPr id="106" name="Google Shape;106;p14"/>
            <p:cNvSpPr/>
            <p:nvPr/>
          </p:nvSpPr>
          <p:spPr>
            <a:xfrm rot="-5400000" flipH="1">
              <a:off x="4894700" y="879425"/>
              <a:ext cx="5131950" cy="3384650"/>
            </a:xfrm>
            <a:prstGeom prst="flowChartManualInput">
              <a:avLst/>
            </a:prstGeom>
            <a:solidFill>
              <a:srgbClr val="FBFF5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107" name="Google Shape;107;p14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8697650" y="4703624"/>
              <a:ext cx="349050" cy="3490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08" name="Google Shape;108;p14"/>
          <p:cNvSpPr txBox="1">
            <a:spLocks noGrp="1"/>
          </p:cNvSpPr>
          <p:nvPr>
            <p:ph type="sldNum" idx="12"/>
          </p:nvPr>
        </p:nvSpPr>
        <p:spPr>
          <a:xfrm>
            <a:off x="0" y="4749150"/>
            <a:ext cx="548700" cy="39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 rtl="0">
              <a:buNone/>
              <a:defRPr sz="1000">
                <a:solidFill>
                  <a:schemeClr val="dk2"/>
                </a:solidFill>
              </a:defRPr>
            </a:lvl1pPr>
            <a:lvl2pPr lvl="1" algn="r" rtl="0">
              <a:buNone/>
              <a:defRPr sz="1000">
                <a:solidFill>
                  <a:schemeClr val="dk2"/>
                </a:solidFill>
              </a:defRPr>
            </a:lvl2pPr>
            <a:lvl3pPr lvl="2" algn="r" rtl="0">
              <a:buNone/>
              <a:defRPr sz="1000">
                <a:solidFill>
                  <a:schemeClr val="dk2"/>
                </a:solidFill>
              </a:defRPr>
            </a:lvl3pPr>
            <a:lvl4pPr lvl="3" algn="r" rtl="0">
              <a:buNone/>
              <a:defRPr sz="1000">
                <a:solidFill>
                  <a:schemeClr val="dk2"/>
                </a:solidFill>
              </a:defRPr>
            </a:lvl4pPr>
            <a:lvl5pPr lvl="4" algn="r" rtl="0">
              <a:buNone/>
              <a:defRPr sz="1000">
                <a:solidFill>
                  <a:schemeClr val="dk2"/>
                </a:solidFill>
              </a:defRPr>
            </a:lvl5pPr>
            <a:lvl6pPr lvl="5" algn="r" rtl="0">
              <a:buNone/>
              <a:defRPr sz="1000">
                <a:solidFill>
                  <a:schemeClr val="dk2"/>
                </a:solidFill>
              </a:defRPr>
            </a:lvl6pPr>
            <a:lvl7pPr lvl="6" algn="r" rtl="0">
              <a:buNone/>
              <a:defRPr sz="1000">
                <a:solidFill>
                  <a:schemeClr val="dk2"/>
                </a:solidFill>
              </a:defRPr>
            </a:lvl7pPr>
            <a:lvl8pPr lvl="7" algn="r" rtl="0">
              <a:buNone/>
              <a:defRPr sz="1000">
                <a:solidFill>
                  <a:schemeClr val="dk2"/>
                </a:solidFill>
              </a:defRPr>
            </a:lvl8pPr>
            <a:lvl9pPr lvl="8" algn="r" rtl="0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8730688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eature highlight">
  <p:cSld name="Feature highlight"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5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FBFF56"/>
          </a:solidFill>
          <a:ln w="9525" cap="flat" cmpd="sng">
            <a:solidFill>
              <a:srgbClr val="FBFF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15"/>
          <p:cNvSpPr txBox="1">
            <a:spLocks noGrp="1"/>
          </p:cNvSpPr>
          <p:nvPr>
            <p:ph type="body" idx="1"/>
          </p:nvPr>
        </p:nvSpPr>
        <p:spPr>
          <a:xfrm>
            <a:off x="385469" y="1915975"/>
            <a:ext cx="2998500" cy="246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302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marL="914400" lvl="1" indent="-3175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115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Char char="■"/>
              <a:defRPr sz="1300"/>
            </a:lvl3pPr>
            <a:lvl4pPr marL="1828800" lvl="3" indent="-31115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 sz="1300"/>
            </a:lvl4pPr>
            <a:lvl5pPr marL="2286000" lvl="4" indent="-31115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5pPr>
            <a:lvl6pPr marL="2743200" lvl="5" indent="-3048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175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pic>
        <p:nvPicPr>
          <p:cNvPr id="112" name="Google Shape;112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85469" y="585850"/>
            <a:ext cx="1166400" cy="230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697650" y="4703624"/>
            <a:ext cx="349050" cy="34905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>
            <a:spLocks noGrp="1"/>
          </p:cNvSpPr>
          <p:nvPr>
            <p:ph type="title"/>
          </p:nvPr>
        </p:nvSpPr>
        <p:spPr>
          <a:xfrm>
            <a:off x="385469" y="975350"/>
            <a:ext cx="3240000" cy="940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115" name="Google Shape;115;p15"/>
          <p:cNvSpPr txBox="1">
            <a:spLocks noGrp="1"/>
          </p:cNvSpPr>
          <p:nvPr>
            <p:ph type="sldNum" idx="12"/>
          </p:nvPr>
        </p:nvSpPr>
        <p:spPr>
          <a:xfrm>
            <a:off x="0" y="4749150"/>
            <a:ext cx="548700" cy="39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 rtl="0">
              <a:buNone/>
              <a:defRPr sz="1000">
                <a:solidFill>
                  <a:schemeClr val="dk2"/>
                </a:solidFill>
              </a:defRPr>
            </a:lvl1pPr>
            <a:lvl2pPr lvl="1" algn="r" rtl="0">
              <a:buNone/>
              <a:defRPr sz="1000">
                <a:solidFill>
                  <a:schemeClr val="dk2"/>
                </a:solidFill>
              </a:defRPr>
            </a:lvl2pPr>
            <a:lvl3pPr lvl="2" algn="r" rtl="0">
              <a:buNone/>
              <a:defRPr sz="1000">
                <a:solidFill>
                  <a:schemeClr val="dk2"/>
                </a:solidFill>
              </a:defRPr>
            </a:lvl3pPr>
            <a:lvl4pPr lvl="3" algn="r" rtl="0">
              <a:buNone/>
              <a:defRPr sz="1000">
                <a:solidFill>
                  <a:schemeClr val="dk2"/>
                </a:solidFill>
              </a:defRPr>
            </a:lvl4pPr>
            <a:lvl5pPr lvl="4" algn="r" rtl="0">
              <a:buNone/>
              <a:defRPr sz="1000">
                <a:solidFill>
                  <a:schemeClr val="dk2"/>
                </a:solidFill>
              </a:defRPr>
            </a:lvl5pPr>
            <a:lvl6pPr lvl="5" algn="r" rtl="0">
              <a:buNone/>
              <a:defRPr sz="1000">
                <a:solidFill>
                  <a:schemeClr val="dk2"/>
                </a:solidFill>
              </a:defRPr>
            </a:lvl6pPr>
            <a:lvl7pPr lvl="6" algn="r" rtl="0">
              <a:buNone/>
              <a:defRPr sz="1000">
                <a:solidFill>
                  <a:schemeClr val="dk2"/>
                </a:solidFill>
              </a:defRPr>
            </a:lvl7pPr>
            <a:lvl8pPr lvl="7" algn="r" rtl="0">
              <a:buNone/>
              <a:defRPr sz="1000">
                <a:solidFill>
                  <a:schemeClr val="dk2"/>
                </a:solidFill>
              </a:defRPr>
            </a:lvl8pPr>
            <a:lvl9pPr lvl="8" algn="r" rtl="0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8952230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eature highlight (dark mode)">
  <p:cSld name="Feature highlight (dark mode)">
    <p:bg>
      <p:bgPr>
        <a:solidFill>
          <a:schemeClr val="dk1"/>
        </a:solidFill>
        <a:effectLst/>
      </p:bgPr>
    </p:bg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" name="Google Shape;117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85475" y="585850"/>
            <a:ext cx="1166400" cy="230400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16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FBFF56"/>
          </a:solidFill>
          <a:ln w="9525" cap="flat" cmpd="sng">
            <a:solidFill>
              <a:srgbClr val="FBFF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" name="Google Shape;119;p16"/>
          <p:cNvSpPr txBox="1">
            <a:spLocks noGrp="1"/>
          </p:cNvSpPr>
          <p:nvPr>
            <p:ph type="body" idx="1"/>
          </p:nvPr>
        </p:nvSpPr>
        <p:spPr>
          <a:xfrm>
            <a:off x="385469" y="1915975"/>
            <a:ext cx="2998500" cy="246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302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  <a:defRPr sz="1600">
                <a:solidFill>
                  <a:schemeClr val="lt1"/>
                </a:solidFill>
              </a:defRPr>
            </a:lvl1pPr>
            <a:lvl2pPr marL="914400" lvl="1" indent="-3175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115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■"/>
              <a:defRPr sz="1300">
                <a:solidFill>
                  <a:schemeClr val="lt1"/>
                </a:solidFill>
              </a:defRPr>
            </a:lvl3pPr>
            <a:lvl4pPr marL="1828800" lvl="3" indent="-31115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 sz="1300">
                <a:solidFill>
                  <a:schemeClr val="lt1"/>
                </a:solidFill>
              </a:defRPr>
            </a:lvl4pPr>
            <a:lvl5pPr marL="2286000" lvl="4" indent="-31115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○"/>
              <a:defRPr sz="1300">
                <a:solidFill>
                  <a:schemeClr val="lt1"/>
                </a:solidFill>
              </a:defRPr>
            </a:lvl5pPr>
            <a:lvl6pPr marL="2743200" lvl="5" indent="-3048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6pPr>
            <a:lvl7pPr marL="3200400" lvl="6" indent="-3048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7pPr>
            <a:lvl8pPr marL="3657600" lvl="7" indent="-3048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8pPr>
            <a:lvl9pPr marL="4114800" lvl="8" indent="-3175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pic>
        <p:nvPicPr>
          <p:cNvPr id="120" name="Google Shape;120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697650" y="4703624"/>
            <a:ext cx="349050" cy="349050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6"/>
          <p:cNvSpPr txBox="1">
            <a:spLocks noGrp="1"/>
          </p:cNvSpPr>
          <p:nvPr>
            <p:ph type="title"/>
          </p:nvPr>
        </p:nvSpPr>
        <p:spPr>
          <a:xfrm>
            <a:off x="385476" y="975350"/>
            <a:ext cx="3240000" cy="940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None/>
              <a:defRPr sz="2200"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122" name="Google Shape;122;p16"/>
          <p:cNvSpPr txBox="1">
            <a:spLocks noGrp="1"/>
          </p:cNvSpPr>
          <p:nvPr>
            <p:ph type="sldNum" idx="12"/>
          </p:nvPr>
        </p:nvSpPr>
        <p:spPr>
          <a:xfrm>
            <a:off x="0" y="4749150"/>
            <a:ext cx="548700" cy="39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 rtl="0">
              <a:buNone/>
              <a:defRPr sz="1000">
                <a:solidFill>
                  <a:schemeClr val="dk2"/>
                </a:solidFill>
              </a:defRPr>
            </a:lvl1pPr>
            <a:lvl2pPr lvl="1" algn="r" rtl="0">
              <a:buNone/>
              <a:defRPr sz="1000">
                <a:solidFill>
                  <a:schemeClr val="dk2"/>
                </a:solidFill>
              </a:defRPr>
            </a:lvl2pPr>
            <a:lvl3pPr lvl="2" algn="r" rtl="0">
              <a:buNone/>
              <a:defRPr sz="1000">
                <a:solidFill>
                  <a:schemeClr val="dk2"/>
                </a:solidFill>
              </a:defRPr>
            </a:lvl3pPr>
            <a:lvl4pPr lvl="3" algn="r" rtl="0">
              <a:buNone/>
              <a:defRPr sz="1000">
                <a:solidFill>
                  <a:schemeClr val="dk2"/>
                </a:solidFill>
              </a:defRPr>
            </a:lvl4pPr>
            <a:lvl5pPr lvl="4" algn="r" rtl="0">
              <a:buNone/>
              <a:defRPr sz="1000">
                <a:solidFill>
                  <a:schemeClr val="dk2"/>
                </a:solidFill>
              </a:defRPr>
            </a:lvl5pPr>
            <a:lvl6pPr lvl="5" algn="r" rtl="0">
              <a:buNone/>
              <a:defRPr sz="1000">
                <a:solidFill>
                  <a:schemeClr val="dk2"/>
                </a:solidFill>
              </a:defRPr>
            </a:lvl6pPr>
            <a:lvl7pPr lvl="6" algn="r" rtl="0">
              <a:buNone/>
              <a:defRPr sz="1000">
                <a:solidFill>
                  <a:schemeClr val="dk2"/>
                </a:solidFill>
              </a:defRPr>
            </a:lvl7pPr>
            <a:lvl8pPr lvl="7" algn="r" rtl="0">
              <a:buNone/>
              <a:defRPr sz="1000">
                <a:solidFill>
                  <a:schemeClr val="dk2"/>
                </a:solidFill>
              </a:defRPr>
            </a:lvl8pPr>
            <a:lvl9pPr lvl="8" algn="r" rtl="0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95108839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er quote">
  <p:cSld name="Customer quote"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7"/>
          <p:cNvSpPr/>
          <p:nvPr/>
        </p:nvSpPr>
        <p:spPr>
          <a:xfrm>
            <a:off x="5224275" y="-125"/>
            <a:ext cx="3919800" cy="5143500"/>
          </a:xfrm>
          <a:prstGeom prst="rect">
            <a:avLst/>
          </a:prstGeom>
          <a:solidFill>
            <a:srgbClr val="FBFF56"/>
          </a:solidFill>
          <a:ln w="9525" cap="flat" cmpd="sng">
            <a:solidFill>
              <a:srgbClr val="FBFF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" name="Google Shape;125;p17"/>
          <p:cNvSpPr txBox="1">
            <a:spLocks noGrp="1"/>
          </p:cNvSpPr>
          <p:nvPr>
            <p:ph type="body" idx="1"/>
          </p:nvPr>
        </p:nvSpPr>
        <p:spPr>
          <a:xfrm>
            <a:off x="370300" y="1318575"/>
            <a:ext cx="4628400" cy="2500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302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606060"/>
              </a:buClr>
              <a:buSzPts val="1600"/>
              <a:buChar char="●"/>
              <a:defRPr sz="1600" i="1">
                <a:solidFill>
                  <a:srgbClr val="606060"/>
                </a:solidFill>
              </a:defRPr>
            </a:lvl1pPr>
            <a:lvl2pPr marL="914400" lvl="1" indent="-3175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606060"/>
              </a:buClr>
              <a:buSzPts val="1400"/>
              <a:buChar char="○"/>
              <a:defRPr i="1">
                <a:solidFill>
                  <a:srgbClr val="606060"/>
                </a:solidFill>
              </a:defRPr>
            </a:lvl2pPr>
            <a:lvl3pPr marL="1371600" lvl="2" indent="-31115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606060"/>
              </a:buClr>
              <a:buSzPts val="1300"/>
              <a:buChar char="■"/>
              <a:defRPr sz="1300" i="1">
                <a:solidFill>
                  <a:srgbClr val="606060"/>
                </a:solidFill>
              </a:defRPr>
            </a:lvl3pPr>
            <a:lvl4pPr marL="1828800" lvl="3" indent="-31115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606060"/>
              </a:buClr>
              <a:buSzPts val="1300"/>
              <a:buChar char="●"/>
              <a:defRPr sz="1300" i="1">
                <a:solidFill>
                  <a:srgbClr val="606060"/>
                </a:solidFill>
              </a:defRPr>
            </a:lvl4pPr>
            <a:lvl5pPr marL="2286000" lvl="4" indent="-31115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606060"/>
              </a:buClr>
              <a:buSzPts val="1300"/>
              <a:buChar char="○"/>
              <a:defRPr sz="1300" i="1">
                <a:solidFill>
                  <a:srgbClr val="606060"/>
                </a:solidFill>
              </a:defRPr>
            </a:lvl5pPr>
            <a:lvl6pPr marL="2743200" lvl="5" indent="-3048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606060"/>
              </a:buClr>
              <a:buSzPts val="1200"/>
              <a:buChar char="■"/>
              <a:defRPr sz="1200" i="1">
                <a:solidFill>
                  <a:srgbClr val="606060"/>
                </a:solidFill>
              </a:defRPr>
            </a:lvl6pPr>
            <a:lvl7pPr marL="3200400" lvl="6" indent="-3048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606060"/>
              </a:buClr>
              <a:buSzPts val="1200"/>
              <a:buChar char="●"/>
              <a:defRPr sz="1200" i="1">
                <a:solidFill>
                  <a:srgbClr val="606060"/>
                </a:solidFill>
              </a:defRPr>
            </a:lvl7pPr>
            <a:lvl8pPr marL="3657600" lvl="7" indent="-3048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606060"/>
              </a:buClr>
              <a:buSzPts val="1200"/>
              <a:buChar char="○"/>
              <a:defRPr sz="1200" i="1">
                <a:solidFill>
                  <a:srgbClr val="606060"/>
                </a:solidFill>
              </a:defRPr>
            </a:lvl8pPr>
            <a:lvl9pPr marL="4114800" lvl="8" indent="-29845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606060"/>
              </a:buClr>
              <a:buSzPts val="1100"/>
              <a:buChar char="■"/>
              <a:defRPr sz="1100" i="1">
                <a:solidFill>
                  <a:srgbClr val="606060"/>
                </a:solidFill>
              </a:defRPr>
            </a:lvl9pPr>
          </a:lstStyle>
          <a:p>
            <a:endParaRPr/>
          </a:p>
        </p:txBody>
      </p:sp>
      <p:pic>
        <p:nvPicPr>
          <p:cNvPr id="126" name="Google Shape;126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697650" y="4703624"/>
            <a:ext cx="349050" cy="349050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17"/>
          <p:cNvSpPr txBox="1"/>
          <p:nvPr/>
        </p:nvSpPr>
        <p:spPr>
          <a:xfrm>
            <a:off x="370300" y="304200"/>
            <a:ext cx="9894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0">
                <a:solidFill>
                  <a:srgbClr val="161600"/>
                </a:solidFill>
                <a:latin typeface="Inter Black"/>
                <a:ea typeface="Inter Black"/>
                <a:cs typeface="Inter Black"/>
                <a:sym typeface="Inter Black"/>
              </a:rPr>
              <a:t>“</a:t>
            </a:r>
            <a:endParaRPr sz="12000">
              <a:solidFill>
                <a:srgbClr val="161600"/>
              </a:solidFill>
              <a:latin typeface="Inter Black"/>
              <a:ea typeface="Inter Black"/>
              <a:cs typeface="Inter Black"/>
              <a:sym typeface="Inter Black"/>
            </a:endParaRPr>
          </a:p>
        </p:txBody>
      </p:sp>
      <p:sp>
        <p:nvSpPr>
          <p:cNvPr id="128" name="Google Shape;128;p17"/>
          <p:cNvSpPr txBox="1">
            <a:spLocks noGrp="1"/>
          </p:cNvSpPr>
          <p:nvPr>
            <p:ph type="body" idx="2"/>
          </p:nvPr>
        </p:nvSpPr>
        <p:spPr>
          <a:xfrm>
            <a:off x="370300" y="4130925"/>
            <a:ext cx="46284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E1E1E"/>
              </a:buClr>
              <a:buSzPts val="1400"/>
              <a:buChar char="●"/>
              <a:defRPr sz="1400">
                <a:solidFill>
                  <a:srgbClr val="1E1E1E"/>
                </a:solidFill>
              </a:defRPr>
            </a:lvl1pPr>
            <a:lvl2pPr marL="914400" lvl="1" indent="-3175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E1E1E"/>
              </a:buClr>
              <a:buSzPts val="1400"/>
              <a:buChar char="○"/>
              <a:defRPr>
                <a:solidFill>
                  <a:srgbClr val="1E1E1E"/>
                </a:solidFill>
              </a:defRPr>
            </a:lvl2pPr>
            <a:lvl3pPr marL="1371600" lvl="2" indent="-3175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E1E1E"/>
              </a:buClr>
              <a:buSzPts val="1400"/>
              <a:buChar char="■"/>
              <a:defRPr>
                <a:solidFill>
                  <a:srgbClr val="1E1E1E"/>
                </a:solidFill>
              </a:defRPr>
            </a:lvl3pPr>
            <a:lvl4pPr marL="1828800" lvl="3" indent="-3175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E1E1E"/>
              </a:buClr>
              <a:buSzPts val="1400"/>
              <a:buChar char="●"/>
              <a:defRPr>
                <a:solidFill>
                  <a:srgbClr val="1E1E1E"/>
                </a:solidFill>
              </a:defRPr>
            </a:lvl4pPr>
            <a:lvl5pPr marL="2286000" lvl="4" indent="-3175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E1E1E"/>
              </a:buClr>
              <a:buSzPts val="1400"/>
              <a:buChar char="○"/>
              <a:defRPr>
                <a:solidFill>
                  <a:srgbClr val="1E1E1E"/>
                </a:solidFill>
              </a:defRPr>
            </a:lvl5pPr>
            <a:lvl6pPr marL="2743200" lvl="5" indent="-3175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E1E1E"/>
              </a:buClr>
              <a:buSzPts val="1400"/>
              <a:buChar char="■"/>
              <a:defRPr>
                <a:solidFill>
                  <a:srgbClr val="1E1E1E"/>
                </a:solidFill>
              </a:defRPr>
            </a:lvl6pPr>
            <a:lvl7pPr marL="3200400" lvl="6" indent="-3175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E1E1E"/>
              </a:buClr>
              <a:buSzPts val="1400"/>
              <a:buChar char="●"/>
              <a:defRPr>
                <a:solidFill>
                  <a:srgbClr val="1E1E1E"/>
                </a:solidFill>
              </a:defRPr>
            </a:lvl7pPr>
            <a:lvl8pPr marL="3657600" lvl="7" indent="-3175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E1E1E"/>
              </a:buClr>
              <a:buSzPts val="1400"/>
              <a:buChar char="○"/>
              <a:defRPr>
                <a:solidFill>
                  <a:srgbClr val="1E1E1E"/>
                </a:solidFill>
              </a:defRPr>
            </a:lvl8pPr>
            <a:lvl9pPr marL="4114800" lvl="8" indent="-3175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E1E1E"/>
              </a:buClr>
              <a:buSzPts val="1400"/>
              <a:buChar char="■"/>
              <a:defRPr>
                <a:solidFill>
                  <a:srgbClr val="1E1E1E"/>
                </a:solidFill>
              </a:defRPr>
            </a:lvl9pPr>
          </a:lstStyle>
          <a:p>
            <a:endParaRPr/>
          </a:p>
        </p:txBody>
      </p:sp>
      <p:sp>
        <p:nvSpPr>
          <p:cNvPr id="129" name="Google Shape;129;p17"/>
          <p:cNvSpPr txBox="1">
            <a:spLocks noGrp="1"/>
          </p:cNvSpPr>
          <p:nvPr>
            <p:ph type="sldNum" idx="12"/>
          </p:nvPr>
        </p:nvSpPr>
        <p:spPr>
          <a:xfrm>
            <a:off x="0" y="4749150"/>
            <a:ext cx="548700" cy="39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 rtl="0">
              <a:buNone/>
              <a:defRPr sz="1000">
                <a:solidFill>
                  <a:schemeClr val="dk2"/>
                </a:solidFill>
              </a:defRPr>
            </a:lvl1pPr>
            <a:lvl2pPr lvl="1" algn="r" rtl="0">
              <a:buNone/>
              <a:defRPr sz="1000">
                <a:solidFill>
                  <a:schemeClr val="dk2"/>
                </a:solidFill>
              </a:defRPr>
            </a:lvl2pPr>
            <a:lvl3pPr lvl="2" algn="r" rtl="0">
              <a:buNone/>
              <a:defRPr sz="1000">
                <a:solidFill>
                  <a:schemeClr val="dk2"/>
                </a:solidFill>
              </a:defRPr>
            </a:lvl3pPr>
            <a:lvl4pPr lvl="3" algn="r" rtl="0">
              <a:buNone/>
              <a:defRPr sz="1000">
                <a:solidFill>
                  <a:schemeClr val="dk2"/>
                </a:solidFill>
              </a:defRPr>
            </a:lvl4pPr>
            <a:lvl5pPr lvl="4" algn="r" rtl="0">
              <a:buNone/>
              <a:defRPr sz="1000">
                <a:solidFill>
                  <a:schemeClr val="dk2"/>
                </a:solidFill>
              </a:defRPr>
            </a:lvl5pPr>
            <a:lvl6pPr lvl="5" algn="r" rtl="0">
              <a:buNone/>
              <a:defRPr sz="1000">
                <a:solidFill>
                  <a:schemeClr val="dk2"/>
                </a:solidFill>
              </a:defRPr>
            </a:lvl6pPr>
            <a:lvl7pPr lvl="6" algn="r" rtl="0">
              <a:buNone/>
              <a:defRPr sz="1000">
                <a:solidFill>
                  <a:schemeClr val="dk2"/>
                </a:solidFill>
              </a:defRPr>
            </a:lvl7pPr>
            <a:lvl8pPr lvl="7" algn="r" rtl="0">
              <a:buNone/>
              <a:defRPr sz="1000">
                <a:solidFill>
                  <a:schemeClr val="dk2"/>
                </a:solidFill>
              </a:defRPr>
            </a:lvl8pPr>
            <a:lvl9pPr lvl="8" algn="r" rtl="0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9352810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er quote (dark mode)">
  <p:cSld name="Customer quote (dark mode)">
    <p:bg>
      <p:bgPr>
        <a:solidFill>
          <a:srgbClr val="151515"/>
        </a:solidFill>
        <a:effectLst/>
      </p:bgPr>
    </p:bg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8"/>
          <p:cNvSpPr/>
          <p:nvPr/>
        </p:nvSpPr>
        <p:spPr>
          <a:xfrm>
            <a:off x="5224275" y="-125"/>
            <a:ext cx="3919800" cy="5143500"/>
          </a:xfrm>
          <a:prstGeom prst="rect">
            <a:avLst/>
          </a:prstGeom>
          <a:solidFill>
            <a:srgbClr val="FBFF56"/>
          </a:solidFill>
          <a:ln w="9525" cap="flat" cmpd="sng">
            <a:solidFill>
              <a:srgbClr val="FBFF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" name="Google Shape;132;p18"/>
          <p:cNvSpPr txBox="1">
            <a:spLocks noGrp="1"/>
          </p:cNvSpPr>
          <p:nvPr>
            <p:ph type="body" idx="1"/>
          </p:nvPr>
        </p:nvSpPr>
        <p:spPr>
          <a:xfrm>
            <a:off x="370300" y="1318575"/>
            <a:ext cx="4628400" cy="2500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302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0F0F1"/>
              </a:buClr>
              <a:buSzPts val="1600"/>
              <a:buChar char="●"/>
              <a:defRPr sz="1600" i="1">
                <a:solidFill>
                  <a:srgbClr val="F0F0F1"/>
                </a:solidFill>
              </a:defRPr>
            </a:lvl1pPr>
            <a:lvl2pPr marL="914400" lvl="1" indent="-3175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0F0F1"/>
              </a:buClr>
              <a:buSzPts val="1400"/>
              <a:buChar char="○"/>
              <a:defRPr i="1">
                <a:solidFill>
                  <a:srgbClr val="F0F0F1"/>
                </a:solidFill>
              </a:defRPr>
            </a:lvl2pPr>
            <a:lvl3pPr marL="1371600" lvl="2" indent="-31115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0F0F1"/>
              </a:buClr>
              <a:buSzPts val="1300"/>
              <a:buChar char="■"/>
              <a:defRPr sz="1300" i="1">
                <a:solidFill>
                  <a:srgbClr val="F0F0F1"/>
                </a:solidFill>
              </a:defRPr>
            </a:lvl3pPr>
            <a:lvl4pPr marL="1828800" lvl="3" indent="-31115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0F0F1"/>
              </a:buClr>
              <a:buSzPts val="1300"/>
              <a:buChar char="●"/>
              <a:defRPr sz="1300" i="1">
                <a:solidFill>
                  <a:srgbClr val="F0F0F1"/>
                </a:solidFill>
              </a:defRPr>
            </a:lvl4pPr>
            <a:lvl5pPr marL="2286000" lvl="4" indent="-31115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0F0F1"/>
              </a:buClr>
              <a:buSzPts val="1300"/>
              <a:buChar char="○"/>
              <a:defRPr sz="1300" i="1">
                <a:solidFill>
                  <a:srgbClr val="F0F0F1"/>
                </a:solidFill>
              </a:defRPr>
            </a:lvl5pPr>
            <a:lvl6pPr marL="2743200" lvl="5" indent="-3048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0F0F1"/>
              </a:buClr>
              <a:buSzPts val="1200"/>
              <a:buChar char="■"/>
              <a:defRPr sz="1200" i="1">
                <a:solidFill>
                  <a:srgbClr val="F0F0F1"/>
                </a:solidFill>
              </a:defRPr>
            </a:lvl6pPr>
            <a:lvl7pPr marL="3200400" lvl="6" indent="-3048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0F0F1"/>
              </a:buClr>
              <a:buSzPts val="1200"/>
              <a:buChar char="●"/>
              <a:defRPr sz="1200" i="1">
                <a:solidFill>
                  <a:srgbClr val="F0F0F1"/>
                </a:solidFill>
              </a:defRPr>
            </a:lvl7pPr>
            <a:lvl8pPr marL="3657600" lvl="7" indent="-3048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0F0F1"/>
              </a:buClr>
              <a:buSzPts val="1200"/>
              <a:buChar char="○"/>
              <a:defRPr sz="1200" i="1">
                <a:solidFill>
                  <a:srgbClr val="F0F0F1"/>
                </a:solidFill>
              </a:defRPr>
            </a:lvl8pPr>
            <a:lvl9pPr marL="4114800" lvl="8" indent="-29845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0F0F1"/>
              </a:buClr>
              <a:buSzPts val="1100"/>
              <a:buChar char="■"/>
              <a:defRPr sz="1100" i="1">
                <a:solidFill>
                  <a:srgbClr val="F0F0F1"/>
                </a:solidFill>
              </a:defRPr>
            </a:lvl9pPr>
          </a:lstStyle>
          <a:p>
            <a:endParaRPr/>
          </a:p>
        </p:txBody>
      </p:sp>
      <p:pic>
        <p:nvPicPr>
          <p:cNvPr id="133" name="Google Shape;133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697650" y="4703624"/>
            <a:ext cx="349050" cy="34905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8"/>
          <p:cNvSpPr txBox="1"/>
          <p:nvPr/>
        </p:nvSpPr>
        <p:spPr>
          <a:xfrm>
            <a:off x="370300" y="304200"/>
            <a:ext cx="9894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0">
                <a:solidFill>
                  <a:srgbClr val="FBFF56"/>
                </a:solidFill>
                <a:latin typeface="Inter Black"/>
                <a:ea typeface="Inter Black"/>
                <a:cs typeface="Inter Black"/>
                <a:sym typeface="Inter Black"/>
              </a:rPr>
              <a:t>“</a:t>
            </a:r>
            <a:endParaRPr sz="12000">
              <a:solidFill>
                <a:srgbClr val="FBFF56"/>
              </a:solidFill>
              <a:latin typeface="Inter Black"/>
              <a:ea typeface="Inter Black"/>
              <a:cs typeface="Inter Black"/>
              <a:sym typeface="Inter Black"/>
            </a:endParaRPr>
          </a:p>
        </p:txBody>
      </p:sp>
      <p:sp>
        <p:nvSpPr>
          <p:cNvPr id="135" name="Google Shape;135;p18"/>
          <p:cNvSpPr txBox="1">
            <a:spLocks noGrp="1"/>
          </p:cNvSpPr>
          <p:nvPr>
            <p:ph type="body" idx="2"/>
          </p:nvPr>
        </p:nvSpPr>
        <p:spPr>
          <a:xfrm>
            <a:off x="370300" y="4130925"/>
            <a:ext cx="46284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 sz="1400">
                <a:solidFill>
                  <a:schemeClr val="lt1"/>
                </a:solidFill>
              </a:defRPr>
            </a:lvl1pPr>
            <a:lvl2pPr marL="914400" lvl="1" indent="-3175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36" name="Google Shape;136;p18"/>
          <p:cNvSpPr txBox="1">
            <a:spLocks noGrp="1"/>
          </p:cNvSpPr>
          <p:nvPr>
            <p:ph type="sldNum" idx="12"/>
          </p:nvPr>
        </p:nvSpPr>
        <p:spPr>
          <a:xfrm>
            <a:off x="0" y="4749150"/>
            <a:ext cx="548700" cy="39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 rtl="0">
              <a:buNone/>
              <a:defRPr sz="1000">
                <a:solidFill>
                  <a:schemeClr val="dk2"/>
                </a:solidFill>
              </a:defRPr>
            </a:lvl1pPr>
            <a:lvl2pPr lvl="1" algn="r" rtl="0">
              <a:buNone/>
              <a:defRPr sz="1000">
                <a:solidFill>
                  <a:schemeClr val="dk2"/>
                </a:solidFill>
              </a:defRPr>
            </a:lvl2pPr>
            <a:lvl3pPr lvl="2" algn="r" rtl="0">
              <a:buNone/>
              <a:defRPr sz="1000">
                <a:solidFill>
                  <a:schemeClr val="dk2"/>
                </a:solidFill>
              </a:defRPr>
            </a:lvl3pPr>
            <a:lvl4pPr lvl="3" algn="r" rtl="0">
              <a:buNone/>
              <a:defRPr sz="1000">
                <a:solidFill>
                  <a:schemeClr val="dk2"/>
                </a:solidFill>
              </a:defRPr>
            </a:lvl4pPr>
            <a:lvl5pPr lvl="4" algn="r" rtl="0">
              <a:buNone/>
              <a:defRPr sz="1000">
                <a:solidFill>
                  <a:schemeClr val="dk2"/>
                </a:solidFill>
              </a:defRPr>
            </a:lvl5pPr>
            <a:lvl6pPr lvl="5" algn="r" rtl="0">
              <a:buNone/>
              <a:defRPr sz="1000">
                <a:solidFill>
                  <a:schemeClr val="dk2"/>
                </a:solidFill>
              </a:defRPr>
            </a:lvl6pPr>
            <a:lvl7pPr lvl="6" algn="r" rtl="0">
              <a:buNone/>
              <a:defRPr sz="1000">
                <a:solidFill>
                  <a:schemeClr val="dk2"/>
                </a:solidFill>
              </a:defRPr>
            </a:lvl7pPr>
            <a:lvl8pPr lvl="7" algn="r" rtl="0">
              <a:buNone/>
              <a:defRPr sz="1000">
                <a:solidFill>
                  <a:schemeClr val="dk2"/>
                </a:solidFill>
              </a:defRPr>
            </a:lvl8pPr>
            <a:lvl9pPr lvl="8" algn="r" rtl="0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042102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de slide light background">
  <p:cSld name="Code slide light background"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9"/>
          <p:cNvSpPr txBox="1">
            <a:spLocks noGrp="1"/>
          </p:cNvSpPr>
          <p:nvPr>
            <p:ph type="title"/>
          </p:nvPr>
        </p:nvSpPr>
        <p:spPr>
          <a:xfrm>
            <a:off x="311700" y="3688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ExtraBold"/>
              <a:buNone/>
              <a:defRPr sz="2600">
                <a:solidFill>
                  <a:schemeClr val="dk1"/>
                </a:solidFill>
                <a:latin typeface="Inter ExtraBold"/>
                <a:ea typeface="Inter ExtraBold"/>
                <a:cs typeface="Inter ExtraBold"/>
                <a:sym typeface="Inter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"/>
              <a:buNone/>
              <a:defRPr sz="2600" b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"/>
              <a:buNone/>
              <a:defRPr sz="2600" b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"/>
              <a:buNone/>
              <a:defRPr sz="2600" b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"/>
              <a:buNone/>
              <a:defRPr sz="2600" b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"/>
              <a:buNone/>
              <a:defRPr sz="2600" b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"/>
              <a:buNone/>
              <a:defRPr sz="2600" b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"/>
              <a:buNone/>
              <a:defRPr sz="2600" b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"/>
              <a:buNone/>
              <a:defRPr sz="2600" b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139" name="Google Shape;139;p19"/>
          <p:cNvSpPr txBox="1">
            <a:spLocks noGrp="1"/>
          </p:cNvSpPr>
          <p:nvPr>
            <p:ph type="body" idx="1"/>
          </p:nvPr>
        </p:nvSpPr>
        <p:spPr>
          <a:xfrm>
            <a:off x="311700" y="1079000"/>
            <a:ext cx="8520600" cy="3517500"/>
          </a:xfrm>
          <a:prstGeom prst="rect">
            <a:avLst/>
          </a:prstGeom>
          <a:solidFill>
            <a:srgbClr val="F0F0F1"/>
          </a:solidFill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 rtl="0">
              <a:spcBef>
                <a:spcPts val="0"/>
              </a:spcBef>
              <a:spcAft>
                <a:spcPts val="0"/>
              </a:spcAft>
              <a:buSzPts val="1000"/>
              <a:buFont typeface="Inconsolata"/>
              <a:buChar char="●"/>
              <a:defRPr sz="1000">
                <a:latin typeface="Inconsolata"/>
                <a:ea typeface="Inconsolata"/>
                <a:cs typeface="Inconsolata"/>
                <a:sym typeface="Inconsolata"/>
              </a:defRPr>
            </a:lvl1pPr>
            <a:lvl2pPr marL="914400" lvl="1" indent="-292100" rtl="0">
              <a:spcBef>
                <a:spcPts val="0"/>
              </a:spcBef>
              <a:spcAft>
                <a:spcPts val="0"/>
              </a:spcAft>
              <a:buSzPts val="1000"/>
              <a:buFont typeface="Inconsolata"/>
              <a:buChar char="○"/>
              <a:defRPr sz="1000">
                <a:latin typeface="Inconsolata"/>
                <a:ea typeface="Inconsolata"/>
                <a:cs typeface="Inconsolata"/>
                <a:sym typeface="Inconsolata"/>
              </a:defRPr>
            </a:lvl2pPr>
            <a:lvl3pPr marL="1371600" lvl="2" indent="-292100" rtl="0">
              <a:spcBef>
                <a:spcPts val="0"/>
              </a:spcBef>
              <a:spcAft>
                <a:spcPts val="0"/>
              </a:spcAft>
              <a:buSzPts val="1000"/>
              <a:buFont typeface="Inconsolata"/>
              <a:buChar char="■"/>
              <a:defRPr sz="1000">
                <a:latin typeface="Inconsolata"/>
                <a:ea typeface="Inconsolata"/>
                <a:cs typeface="Inconsolata"/>
                <a:sym typeface="Inconsolata"/>
              </a:defRPr>
            </a:lvl3pPr>
            <a:lvl4pPr marL="1828800" lvl="3" indent="-292100" rtl="0">
              <a:spcBef>
                <a:spcPts val="0"/>
              </a:spcBef>
              <a:spcAft>
                <a:spcPts val="0"/>
              </a:spcAft>
              <a:buSzPts val="1000"/>
              <a:buFont typeface="Inconsolata"/>
              <a:buChar char="●"/>
              <a:defRPr sz="1000">
                <a:latin typeface="Inconsolata"/>
                <a:ea typeface="Inconsolata"/>
                <a:cs typeface="Inconsolata"/>
                <a:sym typeface="Inconsolata"/>
              </a:defRPr>
            </a:lvl4pPr>
            <a:lvl5pPr marL="2286000" lvl="4" indent="-292100" rtl="0">
              <a:spcBef>
                <a:spcPts val="0"/>
              </a:spcBef>
              <a:spcAft>
                <a:spcPts val="0"/>
              </a:spcAft>
              <a:buSzPts val="1000"/>
              <a:buFont typeface="Inconsolata"/>
              <a:buChar char="○"/>
              <a:defRPr sz="1000">
                <a:latin typeface="Inconsolata"/>
                <a:ea typeface="Inconsolata"/>
                <a:cs typeface="Inconsolata"/>
                <a:sym typeface="Inconsolata"/>
              </a:defRPr>
            </a:lvl5pPr>
            <a:lvl6pPr marL="2743200" lvl="5" indent="-292100" rtl="0">
              <a:spcBef>
                <a:spcPts val="0"/>
              </a:spcBef>
              <a:spcAft>
                <a:spcPts val="0"/>
              </a:spcAft>
              <a:buSzPts val="1000"/>
              <a:buFont typeface="Inconsolata"/>
              <a:buChar char="■"/>
              <a:defRPr sz="1000">
                <a:latin typeface="Inconsolata"/>
                <a:ea typeface="Inconsolata"/>
                <a:cs typeface="Inconsolata"/>
                <a:sym typeface="Inconsolata"/>
              </a:defRPr>
            </a:lvl6pPr>
            <a:lvl7pPr marL="3200400" lvl="6" indent="-292100" rtl="0">
              <a:spcBef>
                <a:spcPts val="0"/>
              </a:spcBef>
              <a:spcAft>
                <a:spcPts val="0"/>
              </a:spcAft>
              <a:buSzPts val="1000"/>
              <a:buFont typeface="Inconsolata"/>
              <a:buChar char="●"/>
              <a:defRPr sz="1000">
                <a:latin typeface="Inconsolata"/>
                <a:ea typeface="Inconsolata"/>
                <a:cs typeface="Inconsolata"/>
                <a:sym typeface="Inconsolata"/>
              </a:defRPr>
            </a:lvl7pPr>
            <a:lvl8pPr marL="3657600" lvl="7" indent="-292100" rtl="0">
              <a:spcBef>
                <a:spcPts val="0"/>
              </a:spcBef>
              <a:spcAft>
                <a:spcPts val="0"/>
              </a:spcAft>
              <a:buSzPts val="1000"/>
              <a:buFont typeface="Inconsolata"/>
              <a:buChar char="○"/>
              <a:defRPr sz="1000">
                <a:latin typeface="Inconsolata"/>
                <a:ea typeface="Inconsolata"/>
                <a:cs typeface="Inconsolata"/>
                <a:sym typeface="Inconsolata"/>
              </a:defRPr>
            </a:lvl8pPr>
            <a:lvl9pPr marL="4114800" lvl="8" indent="-292100" rtl="0">
              <a:spcBef>
                <a:spcPts val="0"/>
              </a:spcBef>
              <a:spcAft>
                <a:spcPts val="0"/>
              </a:spcAft>
              <a:buSzPts val="1000"/>
              <a:buFont typeface="Inconsolata"/>
              <a:buChar char="■"/>
              <a:defRPr sz="1000">
                <a:latin typeface="Inconsolata"/>
                <a:ea typeface="Inconsolata"/>
                <a:cs typeface="Inconsolata"/>
                <a:sym typeface="Inconsolata"/>
              </a:defRPr>
            </a:lvl9pPr>
          </a:lstStyle>
          <a:p>
            <a:endParaRPr/>
          </a:p>
        </p:txBody>
      </p:sp>
      <p:sp>
        <p:nvSpPr>
          <p:cNvPr id="140" name="Google Shape;140;p19"/>
          <p:cNvSpPr txBox="1">
            <a:spLocks noGrp="1"/>
          </p:cNvSpPr>
          <p:nvPr>
            <p:ph type="sldNum" idx="12"/>
          </p:nvPr>
        </p:nvSpPr>
        <p:spPr>
          <a:xfrm>
            <a:off x="0" y="4749150"/>
            <a:ext cx="548700" cy="39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 rtl="0">
              <a:buNone/>
              <a:defRPr sz="1000">
                <a:solidFill>
                  <a:schemeClr val="dk2"/>
                </a:solidFill>
              </a:defRPr>
            </a:lvl1pPr>
            <a:lvl2pPr lvl="1" algn="r" rtl="0">
              <a:buNone/>
              <a:defRPr sz="1000">
                <a:solidFill>
                  <a:schemeClr val="dk2"/>
                </a:solidFill>
              </a:defRPr>
            </a:lvl2pPr>
            <a:lvl3pPr lvl="2" algn="r" rtl="0">
              <a:buNone/>
              <a:defRPr sz="1000">
                <a:solidFill>
                  <a:schemeClr val="dk2"/>
                </a:solidFill>
              </a:defRPr>
            </a:lvl3pPr>
            <a:lvl4pPr lvl="3" algn="r" rtl="0">
              <a:buNone/>
              <a:defRPr sz="1000">
                <a:solidFill>
                  <a:schemeClr val="dk2"/>
                </a:solidFill>
              </a:defRPr>
            </a:lvl4pPr>
            <a:lvl5pPr lvl="4" algn="r" rtl="0">
              <a:buNone/>
              <a:defRPr sz="1000">
                <a:solidFill>
                  <a:schemeClr val="dk2"/>
                </a:solidFill>
              </a:defRPr>
            </a:lvl5pPr>
            <a:lvl6pPr lvl="5" algn="r" rtl="0">
              <a:buNone/>
              <a:defRPr sz="1000">
                <a:solidFill>
                  <a:schemeClr val="dk2"/>
                </a:solidFill>
              </a:defRPr>
            </a:lvl6pPr>
            <a:lvl7pPr lvl="6" algn="r" rtl="0">
              <a:buNone/>
              <a:defRPr sz="1000">
                <a:solidFill>
                  <a:schemeClr val="dk2"/>
                </a:solidFill>
              </a:defRPr>
            </a:lvl7pPr>
            <a:lvl8pPr lvl="7" algn="r" rtl="0">
              <a:buNone/>
              <a:defRPr sz="1000">
                <a:solidFill>
                  <a:schemeClr val="dk2"/>
                </a:solidFill>
              </a:defRPr>
            </a:lvl8pPr>
            <a:lvl9pPr lvl="8" algn="r" rtl="0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141" name="Google Shape;141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697650" y="4703624"/>
            <a:ext cx="349050" cy="34905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20137906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de slide dark background">
  <p:cSld name="Code slide dark background"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0"/>
          <p:cNvSpPr txBox="1">
            <a:spLocks noGrp="1"/>
          </p:cNvSpPr>
          <p:nvPr>
            <p:ph type="title"/>
          </p:nvPr>
        </p:nvSpPr>
        <p:spPr>
          <a:xfrm>
            <a:off x="311700" y="3688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ExtraBold"/>
              <a:buNone/>
              <a:defRPr sz="2600">
                <a:solidFill>
                  <a:schemeClr val="dk1"/>
                </a:solidFill>
                <a:latin typeface="Inter ExtraBold"/>
                <a:ea typeface="Inter ExtraBold"/>
                <a:cs typeface="Inter ExtraBold"/>
                <a:sym typeface="Inter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"/>
              <a:buNone/>
              <a:defRPr sz="2600" b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"/>
              <a:buNone/>
              <a:defRPr sz="2600" b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"/>
              <a:buNone/>
              <a:defRPr sz="2600" b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"/>
              <a:buNone/>
              <a:defRPr sz="2600" b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"/>
              <a:buNone/>
              <a:defRPr sz="2600" b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"/>
              <a:buNone/>
              <a:defRPr sz="2600" b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"/>
              <a:buNone/>
              <a:defRPr sz="2600" b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"/>
              <a:buNone/>
              <a:defRPr sz="2600" b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144" name="Google Shape;144;p20"/>
          <p:cNvSpPr txBox="1">
            <a:spLocks noGrp="1"/>
          </p:cNvSpPr>
          <p:nvPr>
            <p:ph type="body" idx="1"/>
          </p:nvPr>
        </p:nvSpPr>
        <p:spPr>
          <a:xfrm>
            <a:off x="311700" y="1079000"/>
            <a:ext cx="8520600" cy="3517500"/>
          </a:xfrm>
          <a:prstGeom prst="rect">
            <a:avLst/>
          </a:prstGeom>
          <a:solidFill>
            <a:srgbClr val="151515"/>
          </a:solidFill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 rtl="0">
              <a:spcBef>
                <a:spcPts val="0"/>
              </a:spcBef>
              <a:spcAft>
                <a:spcPts val="0"/>
              </a:spcAft>
              <a:buClr>
                <a:srgbClr val="F0F0F1"/>
              </a:buClr>
              <a:buSzPts val="1000"/>
              <a:buFont typeface="Inconsolata"/>
              <a:buChar char="●"/>
              <a:defRPr sz="1000">
                <a:solidFill>
                  <a:srgbClr val="F0F0F1"/>
                </a:solidFill>
                <a:latin typeface="Inconsolata"/>
                <a:ea typeface="Inconsolata"/>
                <a:cs typeface="Inconsolata"/>
                <a:sym typeface="Inconsolata"/>
              </a:defRPr>
            </a:lvl1pPr>
            <a:lvl2pPr marL="914400" lvl="1" indent="-292100" rtl="0">
              <a:spcBef>
                <a:spcPts val="0"/>
              </a:spcBef>
              <a:spcAft>
                <a:spcPts val="0"/>
              </a:spcAft>
              <a:buClr>
                <a:srgbClr val="F0F0F1"/>
              </a:buClr>
              <a:buSzPts val="1000"/>
              <a:buFont typeface="Inconsolata"/>
              <a:buChar char="○"/>
              <a:defRPr sz="1000">
                <a:solidFill>
                  <a:srgbClr val="F0F0F1"/>
                </a:solidFill>
                <a:latin typeface="Inconsolata"/>
                <a:ea typeface="Inconsolata"/>
                <a:cs typeface="Inconsolata"/>
                <a:sym typeface="Inconsolata"/>
              </a:defRPr>
            </a:lvl2pPr>
            <a:lvl3pPr marL="1371600" lvl="2" indent="-292100" rtl="0">
              <a:spcBef>
                <a:spcPts val="0"/>
              </a:spcBef>
              <a:spcAft>
                <a:spcPts val="0"/>
              </a:spcAft>
              <a:buClr>
                <a:srgbClr val="F0F0F1"/>
              </a:buClr>
              <a:buSzPts val="1000"/>
              <a:buFont typeface="Inconsolata"/>
              <a:buChar char="■"/>
              <a:defRPr sz="1000">
                <a:solidFill>
                  <a:srgbClr val="F0F0F1"/>
                </a:solidFill>
                <a:latin typeface="Inconsolata"/>
                <a:ea typeface="Inconsolata"/>
                <a:cs typeface="Inconsolata"/>
                <a:sym typeface="Inconsolata"/>
              </a:defRPr>
            </a:lvl3pPr>
            <a:lvl4pPr marL="1828800" lvl="3" indent="-292100" rtl="0">
              <a:spcBef>
                <a:spcPts val="0"/>
              </a:spcBef>
              <a:spcAft>
                <a:spcPts val="0"/>
              </a:spcAft>
              <a:buClr>
                <a:srgbClr val="F0F0F1"/>
              </a:buClr>
              <a:buSzPts val="1000"/>
              <a:buFont typeface="Inconsolata"/>
              <a:buChar char="●"/>
              <a:defRPr sz="1000">
                <a:solidFill>
                  <a:srgbClr val="F0F0F1"/>
                </a:solidFill>
                <a:latin typeface="Inconsolata"/>
                <a:ea typeface="Inconsolata"/>
                <a:cs typeface="Inconsolata"/>
                <a:sym typeface="Inconsolata"/>
              </a:defRPr>
            </a:lvl4pPr>
            <a:lvl5pPr marL="2286000" lvl="4" indent="-292100" rtl="0">
              <a:spcBef>
                <a:spcPts val="0"/>
              </a:spcBef>
              <a:spcAft>
                <a:spcPts val="0"/>
              </a:spcAft>
              <a:buClr>
                <a:srgbClr val="F0F0F1"/>
              </a:buClr>
              <a:buSzPts val="1000"/>
              <a:buFont typeface="Inconsolata"/>
              <a:buChar char="○"/>
              <a:defRPr sz="1000">
                <a:solidFill>
                  <a:srgbClr val="F0F0F1"/>
                </a:solidFill>
                <a:latin typeface="Inconsolata"/>
                <a:ea typeface="Inconsolata"/>
                <a:cs typeface="Inconsolata"/>
                <a:sym typeface="Inconsolata"/>
              </a:defRPr>
            </a:lvl5pPr>
            <a:lvl6pPr marL="2743200" lvl="5" indent="-292100" rtl="0">
              <a:spcBef>
                <a:spcPts val="0"/>
              </a:spcBef>
              <a:spcAft>
                <a:spcPts val="0"/>
              </a:spcAft>
              <a:buClr>
                <a:srgbClr val="F0F0F1"/>
              </a:buClr>
              <a:buSzPts val="1000"/>
              <a:buFont typeface="Inconsolata"/>
              <a:buChar char="■"/>
              <a:defRPr sz="1000">
                <a:solidFill>
                  <a:srgbClr val="F0F0F1"/>
                </a:solidFill>
                <a:latin typeface="Inconsolata"/>
                <a:ea typeface="Inconsolata"/>
                <a:cs typeface="Inconsolata"/>
                <a:sym typeface="Inconsolata"/>
              </a:defRPr>
            </a:lvl6pPr>
            <a:lvl7pPr marL="3200400" lvl="6" indent="-292100" rtl="0">
              <a:spcBef>
                <a:spcPts val="0"/>
              </a:spcBef>
              <a:spcAft>
                <a:spcPts val="0"/>
              </a:spcAft>
              <a:buClr>
                <a:srgbClr val="F0F0F1"/>
              </a:buClr>
              <a:buSzPts val="1000"/>
              <a:buFont typeface="Inconsolata"/>
              <a:buChar char="●"/>
              <a:defRPr sz="1000">
                <a:solidFill>
                  <a:srgbClr val="F0F0F1"/>
                </a:solidFill>
                <a:latin typeface="Inconsolata"/>
                <a:ea typeface="Inconsolata"/>
                <a:cs typeface="Inconsolata"/>
                <a:sym typeface="Inconsolata"/>
              </a:defRPr>
            </a:lvl7pPr>
            <a:lvl8pPr marL="3657600" lvl="7" indent="-292100" rtl="0">
              <a:spcBef>
                <a:spcPts val="0"/>
              </a:spcBef>
              <a:spcAft>
                <a:spcPts val="0"/>
              </a:spcAft>
              <a:buClr>
                <a:srgbClr val="F0F0F1"/>
              </a:buClr>
              <a:buSzPts val="1000"/>
              <a:buFont typeface="Inconsolata"/>
              <a:buChar char="○"/>
              <a:defRPr sz="1000">
                <a:solidFill>
                  <a:srgbClr val="F0F0F1"/>
                </a:solidFill>
                <a:latin typeface="Inconsolata"/>
                <a:ea typeface="Inconsolata"/>
                <a:cs typeface="Inconsolata"/>
                <a:sym typeface="Inconsolata"/>
              </a:defRPr>
            </a:lvl8pPr>
            <a:lvl9pPr marL="4114800" lvl="8" indent="-292100" rtl="0">
              <a:spcBef>
                <a:spcPts val="0"/>
              </a:spcBef>
              <a:spcAft>
                <a:spcPts val="0"/>
              </a:spcAft>
              <a:buClr>
                <a:srgbClr val="F0F0F1"/>
              </a:buClr>
              <a:buSzPts val="1000"/>
              <a:buFont typeface="Inconsolata"/>
              <a:buChar char="■"/>
              <a:defRPr sz="1000">
                <a:solidFill>
                  <a:srgbClr val="F0F0F1"/>
                </a:solidFill>
                <a:latin typeface="Inconsolata"/>
                <a:ea typeface="Inconsolata"/>
                <a:cs typeface="Inconsolata"/>
                <a:sym typeface="Inconsolata"/>
              </a:defRPr>
            </a:lvl9pPr>
          </a:lstStyle>
          <a:p>
            <a:endParaRPr/>
          </a:p>
        </p:txBody>
      </p:sp>
      <p:sp>
        <p:nvSpPr>
          <p:cNvPr id="145" name="Google Shape;145;p2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r" rtl="0">
              <a:buNone/>
              <a:defRPr sz="1300">
                <a:solidFill>
                  <a:srgbClr val="F0F0F1"/>
                </a:solidFill>
                <a:latin typeface="Inconsolata"/>
                <a:ea typeface="Inconsolata"/>
                <a:cs typeface="Inconsolata"/>
                <a:sym typeface="Inconsolata"/>
              </a:defRPr>
            </a:lvl1pPr>
            <a:lvl2pPr lvl="1" algn="r" rtl="0">
              <a:buNone/>
              <a:defRPr sz="1300">
                <a:solidFill>
                  <a:srgbClr val="F0F0F1"/>
                </a:solidFill>
                <a:latin typeface="Inconsolata"/>
                <a:ea typeface="Inconsolata"/>
                <a:cs typeface="Inconsolata"/>
                <a:sym typeface="Inconsolata"/>
              </a:defRPr>
            </a:lvl2pPr>
            <a:lvl3pPr lvl="2" algn="r" rtl="0">
              <a:buNone/>
              <a:defRPr sz="1300">
                <a:solidFill>
                  <a:srgbClr val="F0F0F1"/>
                </a:solidFill>
                <a:latin typeface="Inconsolata"/>
                <a:ea typeface="Inconsolata"/>
                <a:cs typeface="Inconsolata"/>
                <a:sym typeface="Inconsolata"/>
              </a:defRPr>
            </a:lvl3pPr>
            <a:lvl4pPr lvl="3" algn="r" rtl="0">
              <a:buNone/>
              <a:defRPr sz="1300">
                <a:solidFill>
                  <a:srgbClr val="F0F0F1"/>
                </a:solidFill>
                <a:latin typeface="Inconsolata"/>
                <a:ea typeface="Inconsolata"/>
                <a:cs typeface="Inconsolata"/>
                <a:sym typeface="Inconsolata"/>
              </a:defRPr>
            </a:lvl4pPr>
            <a:lvl5pPr lvl="4" algn="r" rtl="0">
              <a:buNone/>
              <a:defRPr sz="1300">
                <a:solidFill>
                  <a:srgbClr val="F0F0F1"/>
                </a:solidFill>
                <a:latin typeface="Inconsolata"/>
                <a:ea typeface="Inconsolata"/>
                <a:cs typeface="Inconsolata"/>
                <a:sym typeface="Inconsolata"/>
              </a:defRPr>
            </a:lvl5pPr>
            <a:lvl6pPr lvl="5" algn="r" rtl="0">
              <a:buNone/>
              <a:defRPr sz="1300">
                <a:solidFill>
                  <a:srgbClr val="F0F0F1"/>
                </a:solidFill>
                <a:latin typeface="Inconsolata"/>
                <a:ea typeface="Inconsolata"/>
                <a:cs typeface="Inconsolata"/>
                <a:sym typeface="Inconsolata"/>
              </a:defRPr>
            </a:lvl6pPr>
            <a:lvl7pPr lvl="6" algn="r" rtl="0">
              <a:buNone/>
              <a:defRPr sz="1300">
                <a:solidFill>
                  <a:srgbClr val="F0F0F1"/>
                </a:solidFill>
                <a:latin typeface="Inconsolata"/>
                <a:ea typeface="Inconsolata"/>
                <a:cs typeface="Inconsolata"/>
                <a:sym typeface="Inconsolata"/>
              </a:defRPr>
            </a:lvl7pPr>
            <a:lvl8pPr lvl="7" algn="r" rtl="0">
              <a:buNone/>
              <a:defRPr sz="1300">
                <a:solidFill>
                  <a:srgbClr val="F0F0F1"/>
                </a:solidFill>
                <a:latin typeface="Inconsolata"/>
                <a:ea typeface="Inconsolata"/>
                <a:cs typeface="Inconsolata"/>
                <a:sym typeface="Inconsolata"/>
              </a:defRPr>
            </a:lvl8pPr>
            <a:lvl9pPr lvl="8" algn="r" rtl="0">
              <a:buNone/>
              <a:defRPr sz="1300">
                <a:solidFill>
                  <a:srgbClr val="F0F0F1"/>
                </a:solidFill>
                <a:latin typeface="Inconsolata"/>
                <a:ea typeface="Inconsolata"/>
                <a:cs typeface="Inconsolata"/>
                <a:sym typeface="Inconsolat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146" name="Google Shape;146;p20"/>
          <p:cNvSpPr txBox="1">
            <a:spLocks noGrp="1"/>
          </p:cNvSpPr>
          <p:nvPr>
            <p:ph type="sldNum" idx="2"/>
          </p:nvPr>
        </p:nvSpPr>
        <p:spPr>
          <a:xfrm>
            <a:off x="0" y="4749150"/>
            <a:ext cx="548700" cy="39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 rtl="0">
              <a:buNone/>
              <a:defRPr sz="1000">
                <a:solidFill>
                  <a:schemeClr val="dk2"/>
                </a:solidFill>
              </a:defRPr>
            </a:lvl1pPr>
            <a:lvl2pPr lvl="1" algn="r" rtl="0">
              <a:buNone/>
              <a:defRPr sz="1000">
                <a:solidFill>
                  <a:schemeClr val="dk2"/>
                </a:solidFill>
              </a:defRPr>
            </a:lvl2pPr>
            <a:lvl3pPr lvl="2" algn="r" rtl="0">
              <a:buNone/>
              <a:defRPr sz="1000">
                <a:solidFill>
                  <a:schemeClr val="dk2"/>
                </a:solidFill>
              </a:defRPr>
            </a:lvl3pPr>
            <a:lvl4pPr lvl="3" algn="r" rtl="0">
              <a:buNone/>
              <a:defRPr sz="1000">
                <a:solidFill>
                  <a:schemeClr val="dk2"/>
                </a:solidFill>
              </a:defRPr>
            </a:lvl4pPr>
            <a:lvl5pPr lvl="4" algn="r" rtl="0">
              <a:buNone/>
              <a:defRPr sz="1000">
                <a:solidFill>
                  <a:schemeClr val="dk2"/>
                </a:solidFill>
              </a:defRPr>
            </a:lvl5pPr>
            <a:lvl6pPr lvl="5" algn="r" rtl="0">
              <a:buNone/>
              <a:defRPr sz="1000">
                <a:solidFill>
                  <a:schemeClr val="dk2"/>
                </a:solidFill>
              </a:defRPr>
            </a:lvl6pPr>
            <a:lvl7pPr lvl="6" algn="r" rtl="0">
              <a:buNone/>
              <a:defRPr sz="1000">
                <a:solidFill>
                  <a:schemeClr val="dk2"/>
                </a:solidFill>
              </a:defRPr>
            </a:lvl7pPr>
            <a:lvl8pPr lvl="7" algn="r" rtl="0">
              <a:buNone/>
              <a:defRPr sz="1000">
                <a:solidFill>
                  <a:schemeClr val="dk2"/>
                </a:solidFill>
              </a:defRPr>
            </a:lvl8pPr>
            <a:lvl9pPr lvl="8" algn="r" rtl="0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147" name="Google Shape;147;p2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697650" y="4703624"/>
            <a:ext cx="349050" cy="34905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56278811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de slide (dark mode)">
  <p:cSld name="Code slide (dark mode)">
    <p:bg>
      <p:bgPr>
        <a:solidFill>
          <a:schemeClr val="dk1"/>
        </a:solidFill>
        <a:effectLst/>
      </p:bgPr>
    </p:bg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9" name="Google Shape;149;p2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697575" y="4703550"/>
            <a:ext cx="349200" cy="349200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21"/>
          <p:cNvSpPr txBox="1">
            <a:spLocks noGrp="1"/>
          </p:cNvSpPr>
          <p:nvPr>
            <p:ph type="title"/>
          </p:nvPr>
        </p:nvSpPr>
        <p:spPr>
          <a:xfrm>
            <a:off x="311700" y="3688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600"/>
              <a:buFont typeface="Inter ExtraBold"/>
              <a:buNone/>
              <a:defRPr sz="2600">
                <a:solidFill>
                  <a:schemeClr val="accent2"/>
                </a:solidFill>
                <a:latin typeface="Inter ExtraBold"/>
                <a:ea typeface="Inter ExtraBold"/>
                <a:cs typeface="Inter ExtraBold"/>
                <a:sym typeface="Inter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"/>
              <a:buNone/>
              <a:defRPr sz="2600" b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"/>
              <a:buNone/>
              <a:defRPr sz="2600" b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"/>
              <a:buNone/>
              <a:defRPr sz="2600" b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"/>
              <a:buNone/>
              <a:defRPr sz="2600" b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"/>
              <a:buNone/>
              <a:defRPr sz="2600" b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"/>
              <a:buNone/>
              <a:defRPr sz="2600" b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"/>
              <a:buNone/>
              <a:defRPr sz="2600" b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"/>
              <a:buNone/>
              <a:defRPr sz="2600" b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151" name="Google Shape;151;p21"/>
          <p:cNvSpPr txBox="1">
            <a:spLocks noGrp="1"/>
          </p:cNvSpPr>
          <p:nvPr>
            <p:ph type="body" idx="1"/>
          </p:nvPr>
        </p:nvSpPr>
        <p:spPr>
          <a:xfrm>
            <a:off x="311700" y="1079000"/>
            <a:ext cx="8520600" cy="3517500"/>
          </a:xfrm>
          <a:prstGeom prst="rect">
            <a:avLst/>
          </a:prstGeom>
          <a:solidFill>
            <a:srgbClr val="282828"/>
          </a:solidFill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 rtl="0">
              <a:spcBef>
                <a:spcPts val="0"/>
              </a:spcBef>
              <a:spcAft>
                <a:spcPts val="0"/>
              </a:spcAft>
              <a:buClr>
                <a:srgbClr val="F0F0F1"/>
              </a:buClr>
              <a:buSzPts val="1000"/>
              <a:buFont typeface="Inconsolata"/>
              <a:buChar char="●"/>
              <a:defRPr sz="1000">
                <a:solidFill>
                  <a:srgbClr val="F0F0F1"/>
                </a:solidFill>
                <a:latin typeface="Inconsolata"/>
                <a:ea typeface="Inconsolata"/>
                <a:cs typeface="Inconsolata"/>
                <a:sym typeface="Inconsolata"/>
              </a:defRPr>
            </a:lvl1pPr>
            <a:lvl2pPr marL="914400" lvl="1" indent="-292100" rtl="0">
              <a:spcBef>
                <a:spcPts val="0"/>
              </a:spcBef>
              <a:spcAft>
                <a:spcPts val="0"/>
              </a:spcAft>
              <a:buClr>
                <a:srgbClr val="F0F0F1"/>
              </a:buClr>
              <a:buSzPts val="1000"/>
              <a:buFont typeface="Inconsolata"/>
              <a:buChar char="○"/>
              <a:defRPr sz="1000">
                <a:solidFill>
                  <a:srgbClr val="F0F0F1"/>
                </a:solidFill>
                <a:latin typeface="Inconsolata"/>
                <a:ea typeface="Inconsolata"/>
                <a:cs typeface="Inconsolata"/>
                <a:sym typeface="Inconsolata"/>
              </a:defRPr>
            </a:lvl2pPr>
            <a:lvl3pPr marL="1371600" lvl="2" indent="-292100" rtl="0">
              <a:spcBef>
                <a:spcPts val="0"/>
              </a:spcBef>
              <a:spcAft>
                <a:spcPts val="0"/>
              </a:spcAft>
              <a:buClr>
                <a:srgbClr val="F0F0F1"/>
              </a:buClr>
              <a:buSzPts val="1000"/>
              <a:buFont typeface="Inconsolata"/>
              <a:buChar char="■"/>
              <a:defRPr sz="1000">
                <a:solidFill>
                  <a:srgbClr val="F0F0F1"/>
                </a:solidFill>
                <a:latin typeface="Inconsolata"/>
                <a:ea typeface="Inconsolata"/>
                <a:cs typeface="Inconsolata"/>
                <a:sym typeface="Inconsolata"/>
              </a:defRPr>
            </a:lvl3pPr>
            <a:lvl4pPr marL="1828800" lvl="3" indent="-292100" rtl="0">
              <a:spcBef>
                <a:spcPts val="0"/>
              </a:spcBef>
              <a:spcAft>
                <a:spcPts val="0"/>
              </a:spcAft>
              <a:buClr>
                <a:srgbClr val="F0F0F1"/>
              </a:buClr>
              <a:buSzPts val="1000"/>
              <a:buFont typeface="Inconsolata"/>
              <a:buChar char="●"/>
              <a:defRPr sz="1000">
                <a:solidFill>
                  <a:srgbClr val="F0F0F1"/>
                </a:solidFill>
                <a:latin typeface="Inconsolata"/>
                <a:ea typeface="Inconsolata"/>
                <a:cs typeface="Inconsolata"/>
                <a:sym typeface="Inconsolata"/>
              </a:defRPr>
            </a:lvl4pPr>
            <a:lvl5pPr marL="2286000" lvl="4" indent="-292100" rtl="0">
              <a:spcBef>
                <a:spcPts val="0"/>
              </a:spcBef>
              <a:spcAft>
                <a:spcPts val="0"/>
              </a:spcAft>
              <a:buClr>
                <a:srgbClr val="F0F0F1"/>
              </a:buClr>
              <a:buSzPts val="1000"/>
              <a:buFont typeface="Inconsolata"/>
              <a:buChar char="○"/>
              <a:defRPr sz="1000">
                <a:solidFill>
                  <a:srgbClr val="F0F0F1"/>
                </a:solidFill>
                <a:latin typeface="Inconsolata"/>
                <a:ea typeface="Inconsolata"/>
                <a:cs typeface="Inconsolata"/>
                <a:sym typeface="Inconsolata"/>
              </a:defRPr>
            </a:lvl5pPr>
            <a:lvl6pPr marL="2743200" lvl="5" indent="-292100" rtl="0">
              <a:spcBef>
                <a:spcPts val="0"/>
              </a:spcBef>
              <a:spcAft>
                <a:spcPts val="0"/>
              </a:spcAft>
              <a:buClr>
                <a:srgbClr val="F0F0F1"/>
              </a:buClr>
              <a:buSzPts val="1000"/>
              <a:buFont typeface="Inconsolata"/>
              <a:buChar char="■"/>
              <a:defRPr sz="1000">
                <a:solidFill>
                  <a:srgbClr val="F0F0F1"/>
                </a:solidFill>
                <a:latin typeface="Inconsolata"/>
                <a:ea typeface="Inconsolata"/>
                <a:cs typeface="Inconsolata"/>
                <a:sym typeface="Inconsolata"/>
              </a:defRPr>
            </a:lvl6pPr>
            <a:lvl7pPr marL="3200400" lvl="6" indent="-292100" rtl="0">
              <a:spcBef>
                <a:spcPts val="0"/>
              </a:spcBef>
              <a:spcAft>
                <a:spcPts val="0"/>
              </a:spcAft>
              <a:buClr>
                <a:srgbClr val="F0F0F1"/>
              </a:buClr>
              <a:buSzPts val="1000"/>
              <a:buFont typeface="Inconsolata"/>
              <a:buChar char="●"/>
              <a:defRPr sz="1000">
                <a:solidFill>
                  <a:srgbClr val="F0F0F1"/>
                </a:solidFill>
                <a:latin typeface="Inconsolata"/>
                <a:ea typeface="Inconsolata"/>
                <a:cs typeface="Inconsolata"/>
                <a:sym typeface="Inconsolata"/>
              </a:defRPr>
            </a:lvl7pPr>
            <a:lvl8pPr marL="3657600" lvl="7" indent="-292100" rtl="0">
              <a:spcBef>
                <a:spcPts val="0"/>
              </a:spcBef>
              <a:spcAft>
                <a:spcPts val="0"/>
              </a:spcAft>
              <a:buClr>
                <a:srgbClr val="F0F0F1"/>
              </a:buClr>
              <a:buSzPts val="1000"/>
              <a:buFont typeface="Inconsolata"/>
              <a:buChar char="○"/>
              <a:defRPr sz="1000">
                <a:solidFill>
                  <a:srgbClr val="F0F0F1"/>
                </a:solidFill>
                <a:latin typeface="Inconsolata"/>
                <a:ea typeface="Inconsolata"/>
                <a:cs typeface="Inconsolata"/>
                <a:sym typeface="Inconsolata"/>
              </a:defRPr>
            </a:lvl8pPr>
            <a:lvl9pPr marL="4114800" lvl="8" indent="-292100" rtl="0">
              <a:spcBef>
                <a:spcPts val="0"/>
              </a:spcBef>
              <a:spcAft>
                <a:spcPts val="0"/>
              </a:spcAft>
              <a:buClr>
                <a:srgbClr val="F0F0F1"/>
              </a:buClr>
              <a:buSzPts val="1000"/>
              <a:buFont typeface="Inconsolata"/>
              <a:buChar char="■"/>
              <a:defRPr sz="1000">
                <a:solidFill>
                  <a:srgbClr val="F0F0F1"/>
                </a:solidFill>
                <a:latin typeface="Inconsolata"/>
                <a:ea typeface="Inconsolata"/>
                <a:cs typeface="Inconsolata"/>
                <a:sym typeface="Inconsolata"/>
              </a:defRPr>
            </a:lvl9pPr>
          </a:lstStyle>
          <a:p>
            <a:endParaRPr/>
          </a:p>
        </p:txBody>
      </p:sp>
      <p:sp>
        <p:nvSpPr>
          <p:cNvPr id="152" name="Google Shape;152;p21"/>
          <p:cNvSpPr txBox="1">
            <a:spLocks noGrp="1"/>
          </p:cNvSpPr>
          <p:nvPr>
            <p:ph type="sldNum" idx="12"/>
          </p:nvPr>
        </p:nvSpPr>
        <p:spPr>
          <a:xfrm>
            <a:off x="0" y="4749150"/>
            <a:ext cx="548700" cy="39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 rtl="0">
              <a:buNone/>
              <a:defRPr sz="1000">
                <a:solidFill>
                  <a:schemeClr val="dk2"/>
                </a:solidFill>
              </a:defRPr>
            </a:lvl1pPr>
            <a:lvl2pPr lvl="1" algn="r" rtl="0">
              <a:buNone/>
              <a:defRPr sz="1000">
                <a:solidFill>
                  <a:schemeClr val="dk2"/>
                </a:solidFill>
              </a:defRPr>
            </a:lvl2pPr>
            <a:lvl3pPr lvl="2" algn="r" rtl="0">
              <a:buNone/>
              <a:defRPr sz="1000">
                <a:solidFill>
                  <a:schemeClr val="dk2"/>
                </a:solidFill>
              </a:defRPr>
            </a:lvl3pPr>
            <a:lvl4pPr lvl="3" algn="r" rtl="0">
              <a:buNone/>
              <a:defRPr sz="1000">
                <a:solidFill>
                  <a:schemeClr val="dk2"/>
                </a:solidFill>
              </a:defRPr>
            </a:lvl4pPr>
            <a:lvl5pPr lvl="4" algn="r" rtl="0">
              <a:buNone/>
              <a:defRPr sz="1000">
                <a:solidFill>
                  <a:schemeClr val="dk2"/>
                </a:solidFill>
              </a:defRPr>
            </a:lvl5pPr>
            <a:lvl6pPr lvl="5" algn="r" rtl="0">
              <a:buNone/>
              <a:defRPr sz="1000">
                <a:solidFill>
                  <a:schemeClr val="dk2"/>
                </a:solidFill>
              </a:defRPr>
            </a:lvl6pPr>
            <a:lvl7pPr lvl="6" algn="r" rtl="0">
              <a:buNone/>
              <a:defRPr sz="1000">
                <a:solidFill>
                  <a:schemeClr val="dk2"/>
                </a:solidFill>
              </a:defRPr>
            </a:lvl7pPr>
            <a:lvl8pPr lvl="7" algn="r" rtl="0">
              <a:buNone/>
              <a:defRPr sz="1000">
                <a:solidFill>
                  <a:schemeClr val="dk2"/>
                </a:solidFill>
              </a:defRPr>
            </a:lvl8pPr>
            <a:lvl9pPr lvl="8" algn="r" rtl="0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2043451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lickhouse 2.1 Plain Slide">
  <p:cSld name="Clickhouse 2.1 Plain Slide"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2"/>
          <p:cNvSpPr txBox="1">
            <a:spLocks noGrp="1"/>
          </p:cNvSpPr>
          <p:nvPr>
            <p:ph type="title"/>
          </p:nvPr>
        </p:nvSpPr>
        <p:spPr>
          <a:xfrm>
            <a:off x="460575" y="445025"/>
            <a:ext cx="7969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55" name="Google Shape;155;p22"/>
          <p:cNvSpPr txBox="1">
            <a:spLocks noGrp="1"/>
          </p:cNvSpPr>
          <p:nvPr>
            <p:ph type="title" idx="2"/>
          </p:nvPr>
        </p:nvSpPr>
        <p:spPr>
          <a:xfrm>
            <a:off x="453825" y="858175"/>
            <a:ext cx="7949100" cy="31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Open Sans"/>
              <a:buNone/>
              <a:defRPr sz="1800">
                <a:solidFill>
                  <a:schemeClr val="accent3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rtl="0">
              <a:spcBef>
                <a:spcPts val="30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Open Sans"/>
              <a:buNone/>
              <a:defRPr sz="1800">
                <a:solidFill>
                  <a:schemeClr val="lt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Open Sans"/>
              <a:buNone/>
              <a:defRPr sz="1800">
                <a:solidFill>
                  <a:schemeClr val="lt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Open Sans"/>
              <a:buNone/>
              <a:defRPr sz="1800">
                <a:solidFill>
                  <a:schemeClr val="lt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Open Sans"/>
              <a:buNone/>
              <a:defRPr sz="1800">
                <a:solidFill>
                  <a:schemeClr val="lt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Open Sans"/>
              <a:buNone/>
              <a:defRPr sz="1800">
                <a:solidFill>
                  <a:schemeClr val="lt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Open Sans"/>
              <a:buNone/>
              <a:defRPr sz="1800">
                <a:solidFill>
                  <a:schemeClr val="lt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Open Sans"/>
              <a:buNone/>
              <a:defRPr sz="1800">
                <a:solidFill>
                  <a:schemeClr val="lt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Open Sans"/>
              <a:buNone/>
              <a:defRPr sz="1800">
                <a:solidFill>
                  <a:schemeClr val="lt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156" name="Google Shape;156;p22"/>
          <p:cNvSpPr txBox="1">
            <a:spLocks noGrp="1"/>
          </p:cNvSpPr>
          <p:nvPr>
            <p:ph type="sldNum" idx="12"/>
          </p:nvPr>
        </p:nvSpPr>
        <p:spPr>
          <a:xfrm>
            <a:off x="298097" y="4856025"/>
            <a:ext cx="4605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92500" lnSpcReduction="20000"/>
          </a:bodyPr>
          <a:lstStyle>
            <a:lvl1pPr lvl="0" algn="ctr" rtl="0">
              <a:buNone/>
              <a:defRPr sz="900">
                <a:solidFill>
                  <a:schemeClr val="lt2"/>
                </a:solidFill>
              </a:defRPr>
            </a:lvl1pPr>
            <a:lvl2pPr lvl="1" algn="ctr" rtl="0">
              <a:buNone/>
              <a:defRPr sz="900">
                <a:solidFill>
                  <a:schemeClr val="lt2"/>
                </a:solidFill>
              </a:defRPr>
            </a:lvl2pPr>
            <a:lvl3pPr lvl="2" algn="ctr" rtl="0">
              <a:buNone/>
              <a:defRPr sz="900">
                <a:solidFill>
                  <a:schemeClr val="lt2"/>
                </a:solidFill>
              </a:defRPr>
            </a:lvl3pPr>
            <a:lvl4pPr lvl="3" algn="ctr" rtl="0">
              <a:buNone/>
              <a:defRPr sz="900">
                <a:solidFill>
                  <a:schemeClr val="lt2"/>
                </a:solidFill>
              </a:defRPr>
            </a:lvl4pPr>
            <a:lvl5pPr lvl="4" algn="ctr" rtl="0">
              <a:buNone/>
              <a:defRPr sz="900">
                <a:solidFill>
                  <a:schemeClr val="lt2"/>
                </a:solidFill>
              </a:defRPr>
            </a:lvl5pPr>
            <a:lvl6pPr lvl="5" algn="ctr" rtl="0">
              <a:buNone/>
              <a:defRPr sz="900">
                <a:solidFill>
                  <a:schemeClr val="lt2"/>
                </a:solidFill>
              </a:defRPr>
            </a:lvl6pPr>
            <a:lvl7pPr lvl="6" algn="ctr" rtl="0">
              <a:buNone/>
              <a:defRPr sz="900">
                <a:solidFill>
                  <a:schemeClr val="lt2"/>
                </a:solidFill>
              </a:defRPr>
            </a:lvl7pPr>
            <a:lvl8pPr lvl="7" algn="ctr" rtl="0">
              <a:buNone/>
              <a:defRPr sz="900">
                <a:solidFill>
                  <a:schemeClr val="lt2"/>
                </a:solidFill>
              </a:defRPr>
            </a:lvl8pPr>
            <a:lvl9pPr lvl="8" algn="ctr" rtl="0">
              <a:buNone/>
              <a:defRPr sz="900">
                <a:solidFill>
                  <a:schemeClr val="lt2"/>
                </a:solidFill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r>
              <a:rPr lang="es"/>
              <a:t>	</a:t>
            </a:r>
            <a:endParaRPr/>
          </a:p>
        </p:txBody>
      </p:sp>
      <p:sp>
        <p:nvSpPr>
          <p:cNvPr id="157" name="Google Shape;157;p22"/>
          <p:cNvSpPr txBox="1">
            <a:spLocks noGrp="1"/>
          </p:cNvSpPr>
          <p:nvPr>
            <p:ph type="sldNum" idx="3"/>
          </p:nvPr>
        </p:nvSpPr>
        <p:spPr>
          <a:xfrm>
            <a:off x="3077394" y="4765325"/>
            <a:ext cx="29892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 rtl="0">
              <a:buNone/>
              <a:defRPr sz="600" i="1">
                <a:solidFill>
                  <a:schemeClr val="lt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ctr" rtl="0">
              <a:buNone/>
              <a:defRPr sz="600" i="1">
                <a:solidFill>
                  <a:schemeClr val="lt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lvl="2" algn="ctr" rtl="0">
              <a:buNone/>
              <a:defRPr sz="600" i="1">
                <a:solidFill>
                  <a:schemeClr val="lt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lvl="3" algn="ctr" rtl="0">
              <a:buNone/>
              <a:defRPr sz="600" i="1">
                <a:solidFill>
                  <a:schemeClr val="lt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lvl="4" algn="ctr" rtl="0">
              <a:buNone/>
              <a:defRPr sz="600" i="1">
                <a:solidFill>
                  <a:schemeClr val="lt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lvl="5" algn="ctr" rtl="0">
              <a:buNone/>
              <a:defRPr sz="600" i="1">
                <a:solidFill>
                  <a:schemeClr val="lt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lvl="6" algn="ctr" rtl="0">
              <a:buNone/>
              <a:defRPr sz="600" i="1">
                <a:solidFill>
                  <a:schemeClr val="lt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lvl="7" algn="ctr" rtl="0">
              <a:buNone/>
              <a:defRPr sz="600" i="1">
                <a:solidFill>
                  <a:schemeClr val="lt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lvl="8" algn="ctr" rtl="0">
              <a:buNone/>
              <a:defRPr sz="600" i="1">
                <a:solidFill>
                  <a:schemeClr val="lt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©2021 ClickHouse Inc., Confidential &amp; Proprietary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40262085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F1D44B-1DC6-5E4D-2E6D-19C8C30380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238C90B-03E9-196B-C5A0-3E7D2B89F56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E04129-3E9F-2F2A-4F14-773B9CB6E1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F7081B-827D-9546-B2EF-47AF57DE4A13}" type="datetimeFigureOut">
              <a:rPr lang="en-CN" smtClean="0"/>
              <a:t>2025/12/19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8B0280-2BCF-D59D-9024-E720DA24D6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25E189-1314-7924-0842-356216947D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F5BA24-DDBA-AB46-BFFC-CC650EBAF34B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944617854"/>
      </p:ext>
    </p:extLst>
  </p:cSld>
  <p:clrMapOvr>
    <a:masterClrMapping/>
  </p:clrMapOvr>
  <p:hf hdr="0" ft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CFADA5-F1EA-882C-613F-8FD574CEEF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731058-2269-8800-EFC3-6A371F2C3D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C4389E-11A9-7FEB-2B5F-F2E33F53DB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F7081B-827D-9546-B2EF-47AF57DE4A13}" type="datetimeFigureOut">
              <a:rPr lang="en-CN" smtClean="0"/>
              <a:t>2025/12/19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A10568-745E-6E2D-6173-74C4B6DD51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0AF467-4FA1-5AA4-42A5-F33B6C6603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F5BA24-DDBA-AB46-BFFC-CC650EBAF34B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160962508"/>
      </p:ext>
    </p:extLst>
  </p:cSld>
  <p:clrMapOvr>
    <a:masterClrMapping/>
  </p:clrMapOvr>
  <p:hf hdr="0" ft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AA92EB-93C9-027E-9C6D-B4733B5FFB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7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5A6847-7346-2E5E-C7B5-EAFC97D882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7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1C4FC8-9771-988C-AFE1-48125108CA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F7081B-827D-9546-B2EF-47AF57DE4A13}" type="datetimeFigureOut">
              <a:rPr lang="en-CN" smtClean="0"/>
              <a:t>2025/12/19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2481BC-14E2-0E92-D9CD-BB3E5A21C3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2615BE-774C-AE24-FF45-BD831FCECE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F5BA24-DDBA-AB46-BFFC-CC650EBAF34B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786463976"/>
      </p:ext>
    </p:extLst>
  </p:cSld>
  <p:clrMapOvr>
    <a:masterClrMapping/>
  </p:clrMapOvr>
  <p:hf hdr="0" ftr="0" dt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D90570-C444-C7C1-F152-8A2ED98305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25A743-4B19-2C12-4885-84EF79DFB88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369218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37E3A88-7E9A-8109-0F5F-73E80ED0F7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369218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1BF7E6-75E9-E20E-AFD8-34B5DE0773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F7081B-827D-9546-B2EF-47AF57DE4A13}" type="datetimeFigureOut">
              <a:rPr lang="en-CN" smtClean="0"/>
              <a:t>2025/12/19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3334437-39BD-7606-45D4-77D0FE2D2D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30EEA8-49F1-AF7A-A2AA-00F51EA3AA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F5BA24-DDBA-AB46-BFFC-CC650EBAF34B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149871969"/>
      </p:ext>
    </p:extLst>
  </p:cSld>
  <p:clrMapOvr>
    <a:masterClrMapping/>
  </p:clrMapOvr>
  <p:hf hdr="0" ftr="0" dt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CA12DB-375D-0F27-029D-B7DF2B5FA8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029DFA-C391-48FF-8631-1B5DA876B4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AD061F7-2600-BDD4-0E92-D3799F01E6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DEB0FA3-9550-76A3-F616-C4FF9ADD854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D7312C5-18D8-3A2D-0B52-13921B45DF0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622C0C-DAD8-D226-BF5A-5535A6002A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F7081B-827D-9546-B2EF-47AF57DE4A13}" type="datetimeFigureOut">
              <a:rPr lang="en-CN" smtClean="0"/>
              <a:t>2025/12/19</a:t>
            </a:fld>
            <a:endParaRPr lang="en-C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3D12259-222E-E8DF-9FCA-1DC92EB5B7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4E1D3FE-9F6A-5B5C-3177-3FABE50C85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F5BA24-DDBA-AB46-BFFC-CC650EBAF34B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180378533"/>
      </p:ext>
    </p:extLst>
  </p:cSld>
  <p:clrMapOvr>
    <a:masterClrMapping/>
  </p:clrMapOvr>
  <p:hf hdr="0" ftr="0" dt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F62305-75D6-9ABC-967E-D8E5F262E1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7DCF67A-55F3-B464-E982-D0BB06A688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F7081B-827D-9546-B2EF-47AF57DE4A13}" type="datetimeFigureOut">
              <a:rPr lang="en-CN" smtClean="0"/>
              <a:t>2025/12/19</a:t>
            </a:fld>
            <a:endParaRPr lang="en-C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BFCEFA0-8AD5-ED15-E2E4-80E7AF45F6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70E58F2-7C40-A4AE-6560-6C4D3D13D2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F5BA24-DDBA-AB46-BFFC-CC650EBAF34B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804563446"/>
      </p:ext>
    </p:extLst>
  </p:cSld>
  <p:clrMapOvr>
    <a:masterClrMapping/>
  </p:clrMapOvr>
  <p:hf hdr="0" ftr="0" dt="0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90A6FE4-F209-1EA1-99C7-6B407D4C1A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F7081B-827D-9546-B2EF-47AF57DE4A13}" type="datetimeFigureOut">
              <a:rPr lang="en-CN" smtClean="0"/>
              <a:t>2025/12/19</a:t>
            </a:fld>
            <a:endParaRPr lang="en-C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A992771-D6B3-658F-0FBA-4EC6828C20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7D9CB5-B131-A40C-0FB4-7ACD4B5E70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F5BA24-DDBA-AB46-BFFC-CC650EBAF34B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758642485"/>
      </p:ext>
    </p:extLst>
  </p:cSld>
  <p:clrMapOvr>
    <a:masterClrMapping/>
  </p:clrMapOvr>
  <p:hf hdr="0" ftr="0" dt="0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B69D2F-F212-5E4F-F262-B67D7EA160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54B58C-70B0-0615-F50A-BDB86E023E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2AE97E8-F721-57A5-815D-C13B1046C5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11CE2F-3E30-7CE3-DF0C-9845B2A1BD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F7081B-827D-9546-B2EF-47AF57DE4A13}" type="datetimeFigureOut">
              <a:rPr lang="en-CN" smtClean="0"/>
              <a:t>2025/12/19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AED2F5B-8358-A9BA-A12D-51BE2BA631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537139-6A30-7D3F-BB21-3C54B6ECF9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F5BA24-DDBA-AB46-BFFC-CC650EBAF34B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496361465"/>
      </p:ext>
    </p:extLst>
  </p:cSld>
  <p:clrMapOvr>
    <a:masterClrMapping/>
  </p:clrMapOvr>
  <p:hf hdr="0" ftr="0" dt="0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731A65-BE9F-887D-BEA1-71C4ECF529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EC8DB68-4BC1-227D-4443-B4106FE36B2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BFF43C6-042A-0A22-C6AB-24C4398566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9C6AFE-D775-B7D9-B449-B9FCC7F7DC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F7081B-827D-9546-B2EF-47AF57DE4A13}" type="datetimeFigureOut">
              <a:rPr lang="en-CN" smtClean="0"/>
              <a:t>2025/12/19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F132D18-E702-3568-C8C9-321A1EF0AA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BDBED9-F717-717D-9916-CAB19D4525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F5BA24-DDBA-AB46-BFFC-CC650EBAF34B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973706433"/>
      </p:ext>
    </p:extLst>
  </p:cSld>
  <p:clrMapOvr>
    <a:masterClrMapping/>
  </p:clrMapOvr>
  <p:hf hdr="0" ftr="0" dt="0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38A083-AC85-E171-5E01-653DE1DAFD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399FEF1-C2DC-89B9-E75F-7F9EA68CAE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B3D213-1D41-75CE-671F-61CF28E3EA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F7081B-827D-9546-B2EF-47AF57DE4A13}" type="datetimeFigureOut">
              <a:rPr lang="en-CN" smtClean="0"/>
              <a:t>2025/12/19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97B2B2-FBA9-4F6C-DBCC-B5FC717046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0D6DC9-0212-12BF-CD17-222261AB44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F5BA24-DDBA-AB46-BFFC-CC650EBAF34B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400994267"/>
      </p:ext>
    </p:extLst>
  </p:cSld>
  <p:clrMapOvr>
    <a:masterClrMapping/>
  </p:clrMapOvr>
  <p:hf hdr="0" ftr="0" dt="0"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0FBF86A-985D-439D-6642-E52C536B288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273843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AC502DC-EF18-BCAC-4057-F39BCF66D0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273843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66969F-B69C-A68E-464A-5115B6D0A8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F7081B-827D-9546-B2EF-47AF57DE4A13}" type="datetimeFigureOut">
              <a:rPr lang="en-CN" smtClean="0"/>
              <a:t>2025/12/19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BB6A47-0BF9-0505-97DC-4EEDC7DA96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2FD3C4-0044-D39D-4713-D02BA204B8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F5BA24-DDBA-AB46-BFFC-CC650EBAF34B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629976958"/>
      </p:ext>
    </p:extLst>
  </p:cSld>
  <p:clrMapOvr>
    <a:masterClrMapping/>
  </p:clrMapOvr>
  <p:hf hdr="0" ftr="0" dt="0"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presentation">
  <p:cSld name="Title presentation">
    <p:bg>
      <p:bgPr>
        <a:solidFill>
          <a:schemeClr val="dk1"/>
        </a:solidFill>
        <a:effectLst/>
      </p:bgPr>
    </p:bg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9"/>
          <p:cNvSpPr txBox="1">
            <a:spLocks noGrp="1"/>
          </p:cNvSpPr>
          <p:nvPr>
            <p:ph type="ctrTitle"/>
          </p:nvPr>
        </p:nvSpPr>
        <p:spPr>
          <a:xfrm>
            <a:off x="311708" y="4397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Font typeface="Inter ExtraBold"/>
              <a:buNone/>
              <a:defRPr sz="5200" b="0">
                <a:latin typeface="Inter ExtraBold"/>
                <a:ea typeface="Inter ExtraBold"/>
                <a:cs typeface="Inter ExtraBold"/>
                <a:sym typeface="Inter ExtraBo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Font typeface="Inter ExtraBold"/>
              <a:buNone/>
              <a:defRPr sz="5200" b="0">
                <a:latin typeface="Inter ExtraBold"/>
                <a:ea typeface="Inter ExtraBold"/>
                <a:cs typeface="Inter ExtraBold"/>
                <a:sym typeface="Inter ExtraBo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Font typeface="Inter ExtraBold"/>
              <a:buNone/>
              <a:defRPr sz="5200" b="0">
                <a:latin typeface="Inter ExtraBold"/>
                <a:ea typeface="Inter ExtraBold"/>
                <a:cs typeface="Inter ExtraBold"/>
                <a:sym typeface="Inter ExtraBo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Font typeface="Inter ExtraBold"/>
              <a:buNone/>
              <a:defRPr sz="5200" b="0">
                <a:latin typeface="Inter ExtraBold"/>
                <a:ea typeface="Inter ExtraBold"/>
                <a:cs typeface="Inter ExtraBold"/>
                <a:sym typeface="Inter ExtraBo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Font typeface="Inter ExtraBold"/>
              <a:buNone/>
              <a:defRPr sz="5200" b="0">
                <a:latin typeface="Inter ExtraBold"/>
                <a:ea typeface="Inter ExtraBold"/>
                <a:cs typeface="Inter ExtraBold"/>
                <a:sym typeface="Inter ExtraBo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Font typeface="Inter ExtraBold"/>
              <a:buNone/>
              <a:defRPr sz="5200" b="0">
                <a:latin typeface="Inter ExtraBold"/>
                <a:ea typeface="Inter ExtraBold"/>
                <a:cs typeface="Inter ExtraBold"/>
                <a:sym typeface="Inter ExtraBo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Font typeface="Inter ExtraBold"/>
              <a:buNone/>
              <a:defRPr sz="5200" b="0">
                <a:latin typeface="Inter ExtraBold"/>
                <a:ea typeface="Inter ExtraBold"/>
                <a:cs typeface="Inter ExtraBold"/>
                <a:sym typeface="Inter ExtraBo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Font typeface="Inter ExtraBold"/>
              <a:buNone/>
              <a:defRPr sz="5200" b="0">
                <a:latin typeface="Inter ExtraBold"/>
                <a:ea typeface="Inter ExtraBold"/>
                <a:cs typeface="Inter ExtraBold"/>
                <a:sym typeface="Inter ExtraBold"/>
              </a:defRPr>
            </a:lvl9pPr>
          </a:lstStyle>
          <a:p>
            <a:endParaRPr/>
          </a:p>
        </p:txBody>
      </p:sp>
      <p:sp>
        <p:nvSpPr>
          <p:cNvPr id="164" name="Google Shape;164;p19"/>
          <p:cNvSpPr txBox="1">
            <a:spLocks noGrp="1"/>
          </p:cNvSpPr>
          <p:nvPr>
            <p:ph type="subTitle" idx="1"/>
          </p:nvPr>
        </p:nvSpPr>
        <p:spPr>
          <a:xfrm>
            <a:off x="311700" y="25293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800"/>
              <a:buFont typeface="Inter SemiBold"/>
              <a:buNone/>
              <a:defRPr>
                <a:solidFill>
                  <a:srgbClr val="808080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65" name="Google Shape;165;p19"/>
          <p:cNvSpPr txBox="1">
            <a:spLocks noGrp="1"/>
          </p:cNvSpPr>
          <p:nvPr>
            <p:ph type="sldNum" idx="12"/>
          </p:nvPr>
        </p:nvSpPr>
        <p:spPr>
          <a:xfrm>
            <a:off x="285533" y="4535192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168" name="Google Shape;168;p19"/>
          <p:cNvSpPr txBox="1">
            <a:spLocks noGrp="1"/>
          </p:cNvSpPr>
          <p:nvPr>
            <p:ph type="title" idx="2"/>
          </p:nvPr>
        </p:nvSpPr>
        <p:spPr>
          <a:xfrm>
            <a:off x="448775" y="4297300"/>
            <a:ext cx="1776300" cy="523200"/>
          </a:xfrm>
          <a:prstGeom prst="rect">
            <a:avLst/>
          </a:prstGeom>
          <a:solidFill>
            <a:srgbClr val="1E1E1E"/>
          </a:solidFill>
        </p:spPr>
        <p:txBody>
          <a:bodyPr spcFirstLastPara="1" wrap="square" lIns="144000" tIns="91425" rIns="144000" bIns="91425" anchor="ctr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  <a:defRPr sz="22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951680036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>
  <p:cSld name="Blank slide"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0"/>
          <p:cNvSpPr txBox="1">
            <a:spLocks noGrp="1"/>
          </p:cNvSpPr>
          <p:nvPr>
            <p:ph type="title"/>
          </p:nvPr>
        </p:nvSpPr>
        <p:spPr>
          <a:xfrm>
            <a:off x="311700" y="3688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ExtraBold"/>
              <a:buNone/>
              <a:defRPr sz="2600">
                <a:solidFill>
                  <a:schemeClr val="dk1"/>
                </a:solidFill>
                <a:latin typeface="Inter ExtraBold"/>
                <a:ea typeface="Inter ExtraBold"/>
                <a:cs typeface="Inter ExtraBold"/>
                <a:sym typeface="Inter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"/>
              <a:buNone/>
              <a:defRPr sz="2600" b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"/>
              <a:buNone/>
              <a:defRPr sz="2600" b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"/>
              <a:buNone/>
              <a:defRPr sz="2600" b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"/>
              <a:buNone/>
              <a:defRPr sz="2600" b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"/>
              <a:buNone/>
              <a:defRPr sz="2600" b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"/>
              <a:buNone/>
              <a:defRPr sz="2600" b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"/>
              <a:buNone/>
              <a:defRPr sz="2600" b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"/>
              <a:buNone/>
              <a:defRPr sz="2600" b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175" name="Google Shape;175;p20"/>
          <p:cNvSpPr txBox="1">
            <a:spLocks noGrp="1"/>
          </p:cNvSpPr>
          <p:nvPr>
            <p:ph type="sldNum" idx="12"/>
          </p:nvPr>
        </p:nvSpPr>
        <p:spPr>
          <a:xfrm>
            <a:off x="0" y="4749150"/>
            <a:ext cx="548700" cy="39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 rtl="0">
              <a:buNone/>
              <a:defRPr sz="1000">
                <a:solidFill>
                  <a:schemeClr val="dk2"/>
                </a:solidFill>
              </a:defRPr>
            </a:lvl1pPr>
            <a:lvl2pPr lvl="1" algn="r" rtl="0">
              <a:buNone/>
              <a:defRPr sz="1000">
                <a:solidFill>
                  <a:schemeClr val="dk2"/>
                </a:solidFill>
              </a:defRPr>
            </a:lvl2pPr>
            <a:lvl3pPr lvl="2" algn="r" rtl="0">
              <a:buNone/>
              <a:defRPr sz="1000">
                <a:solidFill>
                  <a:schemeClr val="dk2"/>
                </a:solidFill>
              </a:defRPr>
            </a:lvl3pPr>
            <a:lvl4pPr lvl="3" algn="r" rtl="0">
              <a:buNone/>
              <a:defRPr sz="1000">
                <a:solidFill>
                  <a:schemeClr val="dk2"/>
                </a:solidFill>
              </a:defRPr>
            </a:lvl4pPr>
            <a:lvl5pPr lvl="4" algn="r" rtl="0">
              <a:buNone/>
              <a:defRPr sz="1000">
                <a:solidFill>
                  <a:schemeClr val="dk2"/>
                </a:solidFill>
              </a:defRPr>
            </a:lvl5pPr>
            <a:lvl6pPr lvl="5" algn="r" rtl="0">
              <a:buNone/>
              <a:defRPr sz="1000">
                <a:solidFill>
                  <a:schemeClr val="dk2"/>
                </a:solidFill>
              </a:defRPr>
            </a:lvl6pPr>
            <a:lvl7pPr lvl="6" algn="r" rtl="0">
              <a:buNone/>
              <a:defRPr sz="1000">
                <a:solidFill>
                  <a:schemeClr val="dk2"/>
                </a:solidFill>
              </a:defRPr>
            </a:lvl7pPr>
            <a:lvl8pPr lvl="7" algn="r" rtl="0">
              <a:buNone/>
              <a:defRPr sz="1000">
                <a:solidFill>
                  <a:schemeClr val="dk2"/>
                </a:solidFill>
              </a:defRPr>
            </a:lvl8pPr>
            <a:lvl9pPr lvl="8" algn="r" rtl="0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439773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9.xml"/><Relationship Id="rId13" Type="http://schemas.openxmlformats.org/officeDocument/2006/relationships/slideLayout" Target="../slideLayouts/slideLayout34.xml"/><Relationship Id="rId3" Type="http://schemas.openxmlformats.org/officeDocument/2006/relationships/slideLayout" Target="../slideLayouts/slideLayout24.xml"/><Relationship Id="rId7" Type="http://schemas.openxmlformats.org/officeDocument/2006/relationships/slideLayout" Target="../slideLayouts/slideLayout28.xml"/><Relationship Id="rId12" Type="http://schemas.openxmlformats.org/officeDocument/2006/relationships/slideLayout" Target="../slideLayouts/slideLayout33.xml"/><Relationship Id="rId2" Type="http://schemas.openxmlformats.org/officeDocument/2006/relationships/slideLayout" Target="../slideLayouts/slideLayout23.xml"/><Relationship Id="rId1" Type="http://schemas.openxmlformats.org/officeDocument/2006/relationships/slideLayout" Target="../slideLayouts/slideLayout22.xml"/><Relationship Id="rId6" Type="http://schemas.openxmlformats.org/officeDocument/2006/relationships/slideLayout" Target="../slideLayouts/slideLayout27.xml"/><Relationship Id="rId11" Type="http://schemas.openxmlformats.org/officeDocument/2006/relationships/slideLayout" Target="../slideLayouts/slideLayout32.xml"/><Relationship Id="rId5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31.xml"/><Relationship Id="rId4" Type="http://schemas.openxmlformats.org/officeDocument/2006/relationships/slideLayout" Target="../slideLayouts/slideLayout25.xml"/><Relationship Id="rId9" Type="http://schemas.openxmlformats.org/officeDocument/2006/relationships/slideLayout" Target="../slideLayouts/slideLayout30.xml"/><Relationship Id="rId1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nter ExtraBold"/>
              <a:buNone/>
              <a:defRPr sz="2800">
                <a:solidFill>
                  <a:schemeClr val="dk1"/>
                </a:solidFill>
                <a:latin typeface="Inter ExtraBold"/>
                <a:ea typeface="Inter ExtraBold"/>
                <a:cs typeface="Inter ExtraBold"/>
                <a:sym typeface="Inter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1E1E"/>
              </a:buClr>
              <a:buSzPts val="1800"/>
              <a:buFont typeface="Inter"/>
              <a:buChar char="●"/>
              <a:defRPr sz="1800">
                <a:solidFill>
                  <a:srgbClr val="1E1E1E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L="914400" lvl="1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1E1E"/>
              </a:buClr>
              <a:buSzPts val="1400"/>
              <a:buFont typeface="Inter Medium"/>
              <a:buChar char="○"/>
              <a:defRPr>
                <a:solidFill>
                  <a:srgbClr val="1E1E1E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marL="1371600" lvl="2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1E1E"/>
              </a:buClr>
              <a:buSzPts val="1400"/>
              <a:buFont typeface="Inter Medium"/>
              <a:buChar char="■"/>
              <a:defRPr>
                <a:solidFill>
                  <a:srgbClr val="1E1E1E"/>
                </a:solidFill>
                <a:latin typeface="Inter Medium"/>
                <a:ea typeface="Inter Medium"/>
                <a:cs typeface="Inter Medium"/>
                <a:sym typeface="Inter Medium"/>
              </a:defRPr>
            </a:lvl3pPr>
            <a:lvl4pPr marL="1828800" lvl="3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1E1E"/>
              </a:buClr>
              <a:buSzPts val="1400"/>
              <a:buFont typeface="Inter Medium"/>
              <a:buChar char="●"/>
              <a:defRPr>
                <a:solidFill>
                  <a:srgbClr val="1E1E1E"/>
                </a:solidFill>
                <a:latin typeface="Inter Medium"/>
                <a:ea typeface="Inter Medium"/>
                <a:cs typeface="Inter Medium"/>
                <a:sym typeface="Inter Medium"/>
              </a:defRPr>
            </a:lvl4pPr>
            <a:lvl5pPr marL="2286000" lvl="4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1E1E"/>
              </a:buClr>
              <a:buSzPts val="1400"/>
              <a:buFont typeface="Inter Medium"/>
              <a:buChar char="○"/>
              <a:defRPr>
                <a:solidFill>
                  <a:srgbClr val="1E1E1E"/>
                </a:solidFill>
                <a:latin typeface="Inter Medium"/>
                <a:ea typeface="Inter Medium"/>
                <a:cs typeface="Inter Medium"/>
                <a:sym typeface="Inter Medium"/>
              </a:defRPr>
            </a:lvl5pPr>
            <a:lvl6pPr marL="2743200" lvl="5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1E1E"/>
              </a:buClr>
              <a:buSzPts val="1400"/>
              <a:buFont typeface="Inter Medium"/>
              <a:buChar char="■"/>
              <a:defRPr>
                <a:solidFill>
                  <a:srgbClr val="1E1E1E"/>
                </a:solidFill>
                <a:latin typeface="Inter Medium"/>
                <a:ea typeface="Inter Medium"/>
                <a:cs typeface="Inter Medium"/>
                <a:sym typeface="Inter Medium"/>
              </a:defRPr>
            </a:lvl6pPr>
            <a:lvl7pPr marL="3200400" lvl="6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1E1E"/>
              </a:buClr>
              <a:buSzPts val="1400"/>
              <a:buFont typeface="Inter Medium"/>
              <a:buChar char="●"/>
              <a:defRPr>
                <a:solidFill>
                  <a:srgbClr val="1E1E1E"/>
                </a:solidFill>
                <a:latin typeface="Inter Medium"/>
                <a:ea typeface="Inter Medium"/>
                <a:cs typeface="Inter Medium"/>
                <a:sym typeface="Inter Medium"/>
              </a:defRPr>
            </a:lvl7pPr>
            <a:lvl8pPr marL="3657600" lvl="7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1E1E"/>
              </a:buClr>
              <a:buSzPts val="1400"/>
              <a:buFont typeface="Inter Medium"/>
              <a:buChar char="○"/>
              <a:defRPr>
                <a:solidFill>
                  <a:srgbClr val="1E1E1E"/>
                </a:solidFill>
                <a:latin typeface="Inter Medium"/>
                <a:ea typeface="Inter Medium"/>
                <a:cs typeface="Inter Medium"/>
                <a:sym typeface="Inter Medium"/>
              </a:defRPr>
            </a:lvl8pPr>
            <a:lvl9pPr marL="4114800" lvl="8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1E1E"/>
              </a:buClr>
              <a:buSzPts val="1400"/>
              <a:buFont typeface="Inter Medium"/>
              <a:buChar char="■"/>
              <a:defRPr>
                <a:solidFill>
                  <a:srgbClr val="1E1E1E"/>
                </a:solidFill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0" y="4749150"/>
            <a:ext cx="548700" cy="39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 rtl="0">
              <a:buNone/>
              <a:defRPr sz="1000">
                <a:solidFill>
                  <a:schemeClr val="dk2"/>
                </a:solidFill>
              </a:defRPr>
            </a:lvl1pPr>
            <a:lvl2pPr lvl="1" algn="r" rtl="0">
              <a:buNone/>
              <a:defRPr sz="1000">
                <a:solidFill>
                  <a:schemeClr val="dk2"/>
                </a:solidFill>
              </a:defRPr>
            </a:lvl2pPr>
            <a:lvl3pPr lvl="2" algn="r" rtl="0">
              <a:buNone/>
              <a:defRPr sz="1000">
                <a:solidFill>
                  <a:schemeClr val="dk2"/>
                </a:solidFill>
              </a:defRPr>
            </a:lvl3pPr>
            <a:lvl4pPr lvl="3" algn="r" rtl="0">
              <a:buNone/>
              <a:defRPr sz="1000">
                <a:solidFill>
                  <a:schemeClr val="dk2"/>
                </a:solidFill>
              </a:defRPr>
            </a:lvl4pPr>
            <a:lvl5pPr lvl="4" algn="r" rtl="0">
              <a:buNone/>
              <a:defRPr sz="1000">
                <a:solidFill>
                  <a:schemeClr val="dk2"/>
                </a:solidFill>
              </a:defRPr>
            </a:lvl5pPr>
            <a:lvl6pPr lvl="5" algn="r" rtl="0">
              <a:buNone/>
              <a:defRPr sz="1000">
                <a:solidFill>
                  <a:schemeClr val="dk2"/>
                </a:solidFill>
              </a:defRPr>
            </a:lvl6pPr>
            <a:lvl7pPr lvl="6" algn="r" rtl="0">
              <a:buNone/>
              <a:defRPr sz="1000">
                <a:solidFill>
                  <a:schemeClr val="dk2"/>
                </a:solidFill>
              </a:defRPr>
            </a:lvl7pPr>
            <a:lvl8pPr lvl="7" algn="r" rtl="0">
              <a:buNone/>
              <a:defRPr sz="1000">
                <a:solidFill>
                  <a:schemeClr val="dk2"/>
                </a:solidFill>
              </a:defRPr>
            </a:lvl8pPr>
            <a:lvl9pPr lvl="8" algn="r" rtl="0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80017406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790" r:id="rId1"/>
    <p:sldLayoutId id="2147483791" r:id="rId2"/>
    <p:sldLayoutId id="2147483792" r:id="rId3"/>
    <p:sldLayoutId id="2147483793" r:id="rId4"/>
    <p:sldLayoutId id="2147483794" r:id="rId5"/>
    <p:sldLayoutId id="2147483795" r:id="rId6"/>
    <p:sldLayoutId id="2147483796" r:id="rId7"/>
    <p:sldLayoutId id="2147483797" r:id="rId8"/>
    <p:sldLayoutId id="2147483798" r:id="rId9"/>
    <p:sldLayoutId id="2147483799" r:id="rId10"/>
    <p:sldLayoutId id="2147483800" r:id="rId11"/>
    <p:sldLayoutId id="2147483801" r:id="rId12"/>
    <p:sldLayoutId id="2147483802" r:id="rId13"/>
    <p:sldLayoutId id="2147483803" r:id="rId14"/>
    <p:sldLayoutId id="2147483804" r:id="rId15"/>
    <p:sldLayoutId id="2147483805" r:id="rId16"/>
    <p:sldLayoutId id="2147483806" r:id="rId17"/>
    <p:sldLayoutId id="2147483807" r:id="rId18"/>
    <p:sldLayoutId id="2147483808" r:id="rId19"/>
    <p:sldLayoutId id="2147483809" r:id="rId20"/>
    <p:sldLayoutId id="2147483810" r:id="rId2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8F73AEC-4097-5FAA-5E6A-0626B00DDC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3F0F05-B883-1156-FA78-4BA65B22CC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369218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3E6F4E-02F3-5846-35D6-685AF7EF65B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9F7081B-827D-9546-B2EF-47AF57DE4A13}" type="datetimeFigureOut">
              <a:rPr lang="en-CN" smtClean="0"/>
              <a:t>2025/12/19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005BC7-BE7A-882B-4BC2-EE9DEA3A22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5A3FF9-2830-D70E-85A6-F6248DB9CF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6F5BA24-DDBA-AB46-BFFC-CC650EBAF34B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5526666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0" r:id="rId1"/>
    <p:sldLayoutId id="2147483841" r:id="rId2"/>
    <p:sldLayoutId id="2147483842" r:id="rId3"/>
    <p:sldLayoutId id="2147483843" r:id="rId4"/>
    <p:sldLayoutId id="2147483844" r:id="rId5"/>
    <p:sldLayoutId id="2147483845" r:id="rId6"/>
    <p:sldLayoutId id="2147483846" r:id="rId7"/>
    <p:sldLayoutId id="2147483847" r:id="rId8"/>
    <p:sldLayoutId id="2147483848" r:id="rId9"/>
    <p:sldLayoutId id="2147483849" r:id="rId10"/>
    <p:sldLayoutId id="2147483850" r:id="rId11"/>
    <p:sldLayoutId id="2147483851" r:id="rId12"/>
    <p:sldLayoutId id="2147483852" r:id="rId13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2" name="Google Shape;1022;p144"/>
          <p:cNvSpPr txBox="1">
            <a:spLocks noGrp="1"/>
          </p:cNvSpPr>
          <p:nvPr>
            <p:ph type="ctrTitle"/>
          </p:nvPr>
        </p:nvSpPr>
        <p:spPr>
          <a:xfrm>
            <a:off x="786308" y="476725"/>
            <a:ext cx="7571383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dirty="0"/>
              <a:t>ClickHouse </a:t>
            </a:r>
            <a:r>
              <a:rPr lang="en" altLang="zh-CN" dirty="0"/>
              <a:t>MCP</a:t>
            </a:r>
            <a:r>
              <a:rPr lang="zh-CN" altLang="en-US" dirty="0"/>
              <a:t> </a:t>
            </a:r>
            <a:r>
              <a:rPr lang="zh-CN" altLang="en" dirty="0"/>
              <a:t>使用指南</a:t>
            </a:r>
            <a:r>
              <a:rPr lang="zh-CN" altLang="en-US" dirty="0"/>
              <a:t> </a:t>
            </a:r>
          </a:p>
        </p:txBody>
      </p:sp>
      <p:sp>
        <p:nvSpPr>
          <p:cNvPr id="1023" name="Google Shape;1023;p144"/>
          <p:cNvSpPr txBox="1">
            <a:spLocks noGrp="1"/>
          </p:cNvSpPr>
          <p:nvPr>
            <p:ph type="subTitle" idx="1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dirty="0">
                <a:solidFill>
                  <a:srgbClr val="A0A0A0"/>
                </a:solidFill>
              </a:rPr>
              <a:t> </a:t>
            </a:r>
            <a:endParaRPr dirty="0">
              <a:solidFill>
                <a:srgbClr val="A0A0A0"/>
              </a:solidFill>
            </a:endParaRPr>
          </a:p>
        </p:txBody>
      </p:sp>
      <p:sp>
        <p:nvSpPr>
          <p:cNvPr id="1024" name="Google Shape;1024;p144"/>
          <p:cNvSpPr txBox="1">
            <a:spLocks noGrp="1"/>
          </p:cNvSpPr>
          <p:nvPr>
            <p:ph type="title" idx="2"/>
          </p:nvPr>
        </p:nvSpPr>
        <p:spPr>
          <a:xfrm>
            <a:off x="448775" y="4297300"/>
            <a:ext cx="2340600" cy="523200"/>
          </a:xfrm>
          <a:prstGeom prst="rect">
            <a:avLst/>
          </a:prstGeom>
        </p:spPr>
        <p:txBody>
          <a:bodyPr spcFirstLastPara="1" wrap="square" lIns="144000" tIns="91425" rIns="144000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dirty="0"/>
              <a:t>Dec, 202</a:t>
            </a:r>
            <a:r>
              <a:rPr lang="en-US" altLang="zh-CN" dirty="0"/>
              <a:t>5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C6349F2-ECE5-1B00-BBBE-F79219762F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860378" y="393101"/>
            <a:ext cx="8520600" cy="572700"/>
          </a:xfrm>
        </p:spPr>
        <p:txBody>
          <a:bodyPr>
            <a:normAutofit/>
          </a:bodyPr>
          <a:lstStyle/>
          <a:p>
            <a:r>
              <a:rPr lang="es" altLang="zh-CN" dirty="0"/>
              <a:t>Agenda</a:t>
            </a:r>
            <a:endParaRPr kumimoji="1" lang="zh-CN" altLang="en-US" dirty="0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71A66C91-147C-1881-7233-A2AB17594DC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 smtClean="0"/>
              <a:t>2</a:t>
            </a:fld>
            <a:endParaRPr lang="e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AF723946-F09E-A457-A88C-C6466D1E2550}"/>
              </a:ext>
            </a:extLst>
          </p:cNvPr>
          <p:cNvSpPr txBox="1"/>
          <p:nvPr/>
        </p:nvSpPr>
        <p:spPr>
          <a:xfrm>
            <a:off x="752557" y="1197481"/>
            <a:ext cx="7185729" cy="12875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800" b="1" kern="100" dirty="0">
                <a:latin typeface="+mn-lt"/>
                <a:ea typeface="DengXian" panose="02010600030101010101" pitchFamily="2" charset="-122"/>
                <a:cs typeface="Times New Roman" panose="02020603050405020304" pitchFamily="18" charset="0"/>
              </a:rPr>
              <a:t>什么是 </a:t>
            </a:r>
            <a:r>
              <a:rPr lang="en-US" altLang="zh-CN" sz="1800" b="1" kern="100" dirty="0">
                <a:latin typeface="+mn-lt"/>
                <a:ea typeface="DengXian" panose="02010600030101010101" pitchFamily="2" charset="-122"/>
                <a:cs typeface="Times New Roman" panose="02020603050405020304" pitchFamily="18" charset="0"/>
              </a:rPr>
              <a:t>MCP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CN" altLang="zh-CN" sz="1800" b="1" kern="100" dirty="0">
                <a:latin typeface="+mn-lt"/>
                <a:ea typeface="DengXian" panose="02010600030101010101" pitchFamily="2" charset="-122"/>
                <a:cs typeface="Times New Roman" panose="02020603050405020304" pitchFamily="18" charset="0"/>
              </a:rPr>
              <a:t>ClickHouse</a:t>
            </a:r>
            <a:r>
              <a:rPr lang="zh-CN" altLang="en-US" sz="1800" b="1" kern="100" dirty="0">
                <a:latin typeface="+mn-lt"/>
                <a:ea typeface="DengXia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1800" b="1" kern="100" dirty="0">
                <a:latin typeface="+mn-lt"/>
                <a:ea typeface="DengXian" panose="02010600030101010101" pitchFamily="2" charset="-122"/>
                <a:cs typeface="Times New Roman" panose="02020603050405020304" pitchFamily="18" charset="0"/>
              </a:rPr>
              <a:t>MCP</a:t>
            </a:r>
            <a:r>
              <a:rPr lang="zh-CN" altLang="en-US" sz="1800" b="1" kern="100" dirty="0">
                <a:latin typeface="+mn-lt"/>
                <a:ea typeface="DengXia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1800" b="1" kern="100" dirty="0">
                <a:latin typeface="+mn-lt"/>
                <a:ea typeface="DengXian" panose="02010600030101010101" pitchFamily="2" charset="-122"/>
                <a:cs typeface="Times New Roman" panose="02020603050405020304" pitchFamily="18" charset="0"/>
              </a:rPr>
              <a:t>&amp;</a:t>
            </a:r>
            <a:r>
              <a:rPr lang="zh-CN" altLang="en-US" sz="1800" b="1" kern="100" dirty="0">
                <a:latin typeface="+mn-lt"/>
                <a:ea typeface="DengXia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1800" b="1" kern="100" dirty="0" err="1">
                <a:latin typeface="+mn-lt"/>
                <a:ea typeface="DengXian" panose="02010600030101010101" pitchFamily="2" charset="-122"/>
                <a:cs typeface="Times New Roman" panose="02020603050405020304" pitchFamily="18" charset="0"/>
              </a:rPr>
              <a:t>chDB</a:t>
            </a:r>
            <a:r>
              <a:rPr lang="zh-CN" altLang="en-US" sz="1800" b="1" kern="100" dirty="0">
                <a:latin typeface="+mn-lt"/>
                <a:ea typeface="DengXia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1800" b="1" kern="100" dirty="0">
                <a:ea typeface="DengXian" panose="02010600030101010101" pitchFamily="2" charset="-122"/>
                <a:cs typeface="Times New Roman" panose="02020603050405020304" pitchFamily="18" charset="0"/>
              </a:rPr>
              <a:t>MCP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800" b="1" kern="100" dirty="0">
                <a:latin typeface="+mn-lt"/>
                <a:ea typeface="DengXian" panose="02010600030101010101" pitchFamily="2" charset="-122"/>
                <a:cs typeface="Times New Roman" panose="02020603050405020304" pitchFamily="18" charset="0"/>
              </a:rPr>
              <a:t>Demo</a:t>
            </a:r>
          </a:p>
        </p:txBody>
      </p:sp>
    </p:spTree>
    <p:extLst>
      <p:ext uri="{BB962C8B-B14F-4D97-AF65-F5344CB8AC3E}">
        <p14:creationId xmlns:p14="http://schemas.microsoft.com/office/powerpoint/2010/main" val="364290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3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80010" lvl="0" algn="l">
              <a:buSzPct val="100000"/>
            </a:pPr>
            <a:r>
              <a:rPr lang="zh-CN" altLang="en" dirty="0"/>
              <a:t>早期</a:t>
            </a:r>
            <a:r>
              <a:rPr lang="zh-CN" altLang="en-US" dirty="0"/>
              <a:t>阶段 </a:t>
            </a:r>
            <a:r>
              <a:rPr lang="en-US" altLang="zh-CN" dirty="0"/>
              <a:t>-</a:t>
            </a:r>
            <a:r>
              <a:rPr lang="zh-CN" altLang="en-US" dirty="0"/>
              <a:t> 孤立的 </a:t>
            </a:r>
            <a:r>
              <a:rPr lang="en-US" dirty="0"/>
              <a:t>LLM</a:t>
            </a:r>
            <a:endParaRPr dirty="0"/>
          </a:p>
        </p:txBody>
      </p:sp>
      <p:sp>
        <p:nvSpPr>
          <p:cNvPr id="380" name="Google Shape;380;p31"/>
          <p:cNvSpPr txBox="1">
            <a:spLocks noGrp="1"/>
          </p:cNvSpPr>
          <p:nvPr>
            <p:ph type="sldNum" idx="12"/>
          </p:nvPr>
        </p:nvSpPr>
        <p:spPr>
          <a:xfrm>
            <a:off x="-11800" y="4745875"/>
            <a:ext cx="548700" cy="32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3</a:t>
            </a:fld>
            <a:endParaRPr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765DD9E-F051-0D61-E4CA-A1049F677436}"/>
              </a:ext>
            </a:extLst>
          </p:cNvPr>
          <p:cNvSpPr/>
          <p:nvPr/>
        </p:nvSpPr>
        <p:spPr>
          <a:xfrm>
            <a:off x="3927422" y="2629862"/>
            <a:ext cx="1558976" cy="1028194"/>
          </a:xfrm>
          <a:prstGeom prst="rect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N" dirty="0"/>
              <a:t>LLM</a:t>
            </a:r>
            <a:br>
              <a:rPr lang="en-CN" dirty="0"/>
            </a:br>
            <a:r>
              <a:rPr lang="en-US" dirty="0" err="1"/>
              <a:t>大语言模型</a:t>
            </a:r>
            <a:endParaRPr lang="en-CN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C94E074-6EBF-45FE-EBA4-BC2EF94F5C7D}"/>
              </a:ext>
            </a:extLst>
          </p:cNvPr>
          <p:cNvSpPr/>
          <p:nvPr/>
        </p:nvSpPr>
        <p:spPr>
          <a:xfrm>
            <a:off x="3927422" y="1166447"/>
            <a:ext cx="2443397" cy="344774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Prompts </a:t>
            </a:r>
            <a:endParaRPr lang="en-CN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3A3083E-9882-E15A-1276-B00DD9EB4874}"/>
              </a:ext>
            </a:extLst>
          </p:cNvPr>
          <p:cNvSpPr/>
          <p:nvPr/>
        </p:nvSpPr>
        <p:spPr>
          <a:xfrm>
            <a:off x="5563848" y="2629862"/>
            <a:ext cx="818211" cy="1028194"/>
          </a:xfrm>
          <a:prstGeom prst="rect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微调</a:t>
            </a:r>
            <a:endParaRPr lang="en-US" dirty="0"/>
          </a:p>
          <a:p>
            <a:pPr algn="ctr"/>
            <a:r>
              <a:rPr lang="en-US" dirty="0" err="1"/>
              <a:t>模型</a:t>
            </a:r>
            <a:endParaRPr lang="en-CN" dirty="0"/>
          </a:p>
        </p:txBody>
      </p:sp>
      <p:sp>
        <p:nvSpPr>
          <p:cNvPr id="26" name="Down Arrow 25">
            <a:extLst>
              <a:ext uri="{FF2B5EF4-FFF2-40B4-BE49-F238E27FC236}">
                <a16:creationId xmlns:a16="http://schemas.microsoft.com/office/drawing/2014/main" id="{E576B570-7349-8F0B-79CA-E8381171A929}"/>
              </a:ext>
            </a:extLst>
          </p:cNvPr>
          <p:cNvSpPr/>
          <p:nvPr/>
        </p:nvSpPr>
        <p:spPr>
          <a:xfrm>
            <a:off x="4680679" y="1729333"/>
            <a:ext cx="337278" cy="697042"/>
          </a:xfrm>
          <a:prstGeom prst="down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28" name="Down Arrow 27">
            <a:extLst>
              <a:ext uri="{FF2B5EF4-FFF2-40B4-BE49-F238E27FC236}">
                <a16:creationId xmlns:a16="http://schemas.microsoft.com/office/drawing/2014/main" id="{16F97806-3754-598F-4A4B-559C72D92A87}"/>
              </a:ext>
            </a:extLst>
          </p:cNvPr>
          <p:cNvSpPr/>
          <p:nvPr/>
        </p:nvSpPr>
        <p:spPr>
          <a:xfrm rot="10800000">
            <a:off x="5317759" y="1722020"/>
            <a:ext cx="337278" cy="697042"/>
          </a:xfrm>
          <a:prstGeom prst="down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30" name="Google Shape;378;p31">
            <a:extLst>
              <a:ext uri="{FF2B5EF4-FFF2-40B4-BE49-F238E27FC236}">
                <a16:creationId xmlns:a16="http://schemas.microsoft.com/office/drawing/2014/main" id="{307B80A8-4F11-6E13-C6E8-A9355A339A66}"/>
              </a:ext>
            </a:extLst>
          </p:cNvPr>
          <p:cNvSpPr txBox="1"/>
          <p:nvPr/>
        </p:nvSpPr>
        <p:spPr>
          <a:xfrm>
            <a:off x="502447" y="1166447"/>
            <a:ext cx="3285051" cy="1935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14300" lvl="0">
              <a:lnSpc>
                <a:spcPct val="150000"/>
              </a:lnSpc>
              <a:buClr>
                <a:srgbClr val="151515"/>
              </a:buClr>
              <a:buSzPts val="1800"/>
            </a:pPr>
            <a:r>
              <a:rPr lang="zh-CN" altLang="en-US" b="1" dirty="0"/>
              <a:t>特点：</a:t>
            </a:r>
            <a:endParaRPr lang="en-US" altLang="zh-CN" b="1" dirty="0"/>
          </a:p>
          <a:p>
            <a:pPr marL="400050" lvl="0" indent="-285750">
              <a:lnSpc>
                <a:spcPct val="150000"/>
              </a:lnSpc>
              <a:buClr>
                <a:srgbClr val="151515"/>
              </a:buClr>
              <a:buSzPts val="1800"/>
              <a:buFont typeface="Arial" panose="020B0604020202020204" pitchFamily="34" charset="0"/>
              <a:buChar char="•"/>
            </a:pPr>
            <a:r>
              <a:rPr lang="zh-CN" altLang="en-US" dirty="0"/>
              <a:t>强大的自然语言理解和生成能力</a:t>
            </a:r>
          </a:p>
          <a:p>
            <a:pPr marL="400050" lvl="0" indent="-285750">
              <a:lnSpc>
                <a:spcPct val="150000"/>
              </a:lnSpc>
              <a:buClr>
                <a:srgbClr val="151515"/>
              </a:buClr>
              <a:buSzPts val="1800"/>
              <a:buFont typeface="Arial" panose="020B0604020202020204" pitchFamily="34" charset="0"/>
              <a:buChar char="•"/>
            </a:pPr>
            <a:r>
              <a:rPr lang="zh-CN" altLang="en-US" dirty="0"/>
              <a:t>基于预训练 </a:t>
            </a:r>
            <a:r>
              <a:rPr lang="en-US" altLang="zh-CN" dirty="0"/>
              <a:t>+</a:t>
            </a:r>
            <a:r>
              <a:rPr lang="zh-CN" altLang="en-US" dirty="0"/>
              <a:t> 微调的范式</a:t>
            </a:r>
          </a:p>
          <a:p>
            <a:pPr marL="114300" lvl="0">
              <a:lnSpc>
                <a:spcPct val="150000"/>
              </a:lnSpc>
              <a:buClr>
                <a:srgbClr val="151515"/>
              </a:buClr>
              <a:buSzPts val="1800"/>
            </a:pPr>
            <a:endParaRPr lang="en-US" altLang="zh-CN" dirty="0"/>
          </a:p>
          <a:p>
            <a:pPr marL="114300" lvl="0">
              <a:lnSpc>
                <a:spcPct val="150000"/>
              </a:lnSpc>
              <a:buClr>
                <a:srgbClr val="151515"/>
              </a:buClr>
              <a:buSzPts val="1800"/>
            </a:pPr>
            <a:r>
              <a:rPr lang="zh-CN" altLang="en-US" b="1" dirty="0"/>
              <a:t>问题：</a:t>
            </a:r>
            <a:endParaRPr lang="en-US" altLang="zh-CN" b="1" dirty="0"/>
          </a:p>
          <a:p>
            <a:pPr marL="400050" lvl="0" indent="-285750">
              <a:lnSpc>
                <a:spcPct val="150000"/>
              </a:lnSpc>
              <a:buClr>
                <a:srgbClr val="151515"/>
              </a:buClr>
              <a:buSzPts val="1800"/>
              <a:buFont typeface="Arial" panose="020B0604020202020204" pitchFamily="34" charset="0"/>
              <a:buChar char="•"/>
            </a:pPr>
            <a:r>
              <a:rPr lang="zh-CN" altLang="en-US" dirty="0"/>
              <a:t>只能基于训练数据回答</a:t>
            </a:r>
            <a:endParaRPr lang="en-US" altLang="zh-CN" dirty="0"/>
          </a:p>
          <a:p>
            <a:pPr marL="400050" lvl="0" indent="-285750">
              <a:lnSpc>
                <a:spcPct val="150000"/>
              </a:lnSpc>
              <a:buClr>
                <a:srgbClr val="151515"/>
              </a:buClr>
              <a:buSzPts val="1800"/>
              <a:buFont typeface="Arial" panose="020B0604020202020204" pitchFamily="34" charset="0"/>
              <a:buChar char="•"/>
            </a:pPr>
            <a:r>
              <a:rPr lang="zh-CN" altLang="en-US" dirty="0"/>
              <a:t>无法获取实时信息</a:t>
            </a:r>
            <a:endParaRPr lang="en-US" altLang="zh-CN" dirty="0"/>
          </a:p>
          <a:p>
            <a:pPr marL="400050" lvl="0" indent="-285750">
              <a:lnSpc>
                <a:spcPct val="150000"/>
              </a:lnSpc>
              <a:buClr>
                <a:srgbClr val="151515"/>
              </a:buClr>
              <a:buSzPts val="1800"/>
              <a:buFont typeface="Arial" panose="020B0604020202020204" pitchFamily="34" charset="0"/>
              <a:buChar char="•"/>
            </a:pPr>
            <a:r>
              <a:rPr lang="zh-CN" altLang="en-US" dirty="0"/>
              <a:t>无法调用外部工具</a:t>
            </a:r>
            <a:endParaRPr dirty="0">
              <a:solidFill>
                <a:srgbClr val="151515"/>
              </a:solidFill>
              <a:latin typeface="+mn-lt"/>
              <a:ea typeface="Inter"/>
              <a:cs typeface="Inter"/>
              <a:sym typeface="Inter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31739AD7-6AE8-F0E3-823E-ACC5B4BE933F}"/>
              </a:ext>
            </a:extLst>
          </p:cNvPr>
          <p:cNvSpPr/>
          <p:nvPr/>
        </p:nvSpPr>
        <p:spPr>
          <a:xfrm>
            <a:off x="7734437" y="1166447"/>
            <a:ext cx="907116" cy="2491609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外部世界</a:t>
            </a:r>
            <a:endParaRPr lang="en-CN" dirty="0"/>
          </a:p>
        </p:txBody>
      </p:sp>
      <p:sp>
        <p:nvSpPr>
          <p:cNvPr id="32" name="Left-Right Arrow 31">
            <a:extLst>
              <a:ext uri="{FF2B5EF4-FFF2-40B4-BE49-F238E27FC236}">
                <a16:creationId xmlns:a16="http://schemas.microsoft.com/office/drawing/2014/main" id="{A2E3C020-9972-2997-1349-8E21A4FB4D03}"/>
              </a:ext>
            </a:extLst>
          </p:cNvPr>
          <p:cNvSpPr/>
          <p:nvPr/>
        </p:nvSpPr>
        <p:spPr>
          <a:xfrm>
            <a:off x="6510743" y="3019708"/>
            <a:ext cx="1083770" cy="248502"/>
          </a:xfrm>
          <a:prstGeom prst="leftRigh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33" name="Multiply 32">
            <a:extLst>
              <a:ext uri="{FF2B5EF4-FFF2-40B4-BE49-F238E27FC236}">
                <a16:creationId xmlns:a16="http://schemas.microsoft.com/office/drawing/2014/main" id="{0DD93FCD-5DF9-ADB9-433F-D5C1FBB4027B}"/>
              </a:ext>
            </a:extLst>
          </p:cNvPr>
          <p:cNvSpPr/>
          <p:nvPr/>
        </p:nvSpPr>
        <p:spPr>
          <a:xfrm>
            <a:off x="6838776" y="2899787"/>
            <a:ext cx="427220" cy="506868"/>
          </a:xfrm>
          <a:prstGeom prst="mathMultiply">
            <a:avLst>
              <a:gd name="adj1" fmla="val 16503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9957209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7">
          <a:extLst>
            <a:ext uri="{FF2B5EF4-FFF2-40B4-BE49-F238E27FC236}">
              <a16:creationId xmlns:a16="http://schemas.microsoft.com/office/drawing/2014/main" id="{0B0F538B-A48D-7703-5722-A4D852CD24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31">
            <a:extLst>
              <a:ext uri="{FF2B5EF4-FFF2-40B4-BE49-F238E27FC236}">
                <a16:creationId xmlns:a16="http://schemas.microsoft.com/office/drawing/2014/main" id="{4F98D159-D75D-27FF-D8C9-E42BC7F8EFA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80010" lvl="0" algn="l">
              <a:buSzPct val="100000"/>
            </a:pPr>
            <a:r>
              <a:rPr lang="zh-CN" altLang="en-US" dirty="0"/>
              <a:t>中</a:t>
            </a:r>
            <a:r>
              <a:rPr lang="zh-CN" altLang="en" dirty="0"/>
              <a:t>期</a:t>
            </a:r>
            <a:r>
              <a:rPr lang="zh-CN" altLang="en-US" dirty="0"/>
              <a:t>阶段 </a:t>
            </a:r>
            <a:r>
              <a:rPr lang="en-US" altLang="zh-CN" dirty="0"/>
              <a:t>–</a:t>
            </a:r>
            <a:r>
              <a:rPr lang="zh-CN" altLang="en-US" dirty="0"/>
              <a:t> 让 </a:t>
            </a:r>
            <a:r>
              <a:rPr lang="en-US" dirty="0"/>
              <a:t>LLM</a:t>
            </a:r>
            <a:r>
              <a:rPr lang="zh-CN" altLang="en-US" dirty="0"/>
              <a:t> 联网</a:t>
            </a:r>
            <a:endParaRPr dirty="0"/>
          </a:p>
        </p:txBody>
      </p:sp>
      <p:sp>
        <p:nvSpPr>
          <p:cNvPr id="380" name="Google Shape;380;p31">
            <a:extLst>
              <a:ext uri="{FF2B5EF4-FFF2-40B4-BE49-F238E27FC236}">
                <a16:creationId xmlns:a16="http://schemas.microsoft.com/office/drawing/2014/main" id="{8451213B-B1EB-05C2-C3AC-0AA53CD8206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-11800" y="4745875"/>
            <a:ext cx="548700" cy="32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4</a:t>
            </a:fld>
            <a:endParaRPr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5F32358-D409-C0BA-59DC-5872DFD92DB3}"/>
              </a:ext>
            </a:extLst>
          </p:cNvPr>
          <p:cNvSpPr/>
          <p:nvPr/>
        </p:nvSpPr>
        <p:spPr>
          <a:xfrm>
            <a:off x="4525883" y="2124355"/>
            <a:ext cx="4551110" cy="2616669"/>
          </a:xfrm>
          <a:prstGeom prst="rect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CN" dirty="0"/>
              <a:t>LLM</a:t>
            </a:r>
          </a:p>
          <a:p>
            <a:pPr algn="ctr"/>
            <a:endParaRPr lang="en-CN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A060D51-0825-8448-D924-E11990724117}"/>
              </a:ext>
            </a:extLst>
          </p:cNvPr>
          <p:cNvSpPr/>
          <p:nvPr/>
        </p:nvSpPr>
        <p:spPr>
          <a:xfrm>
            <a:off x="5144497" y="906689"/>
            <a:ext cx="3290050" cy="344774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Prompts </a:t>
            </a:r>
            <a:endParaRPr lang="en-CN" dirty="0"/>
          </a:p>
        </p:txBody>
      </p:sp>
      <p:sp>
        <p:nvSpPr>
          <p:cNvPr id="26" name="Down Arrow 25">
            <a:extLst>
              <a:ext uri="{FF2B5EF4-FFF2-40B4-BE49-F238E27FC236}">
                <a16:creationId xmlns:a16="http://schemas.microsoft.com/office/drawing/2014/main" id="{E4052274-1C66-A850-6307-8F7FB303B097}"/>
              </a:ext>
            </a:extLst>
          </p:cNvPr>
          <p:cNvSpPr/>
          <p:nvPr/>
        </p:nvSpPr>
        <p:spPr>
          <a:xfrm>
            <a:off x="5560476" y="1466202"/>
            <a:ext cx="337278" cy="490625"/>
          </a:xfrm>
          <a:prstGeom prst="down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28" name="Down Arrow 27">
            <a:extLst>
              <a:ext uri="{FF2B5EF4-FFF2-40B4-BE49-F238E27FC236}">
                <a16:creationId xmlns:a16="http://schemas.microsoft.com/office/drawing/2014/main" id="{07801B4F-8376-0A01-77F5-E8A442DFD3DD}"/>
              </a:ext>
            </a:extLst>
          </p:cNvPr>
          <p:cNvSpPr/>
          <p:nvPr/>
        </p:nvSpPr>
        <p:spPr>
          <a:xfrm rot="10800000">
            <a:off x="7603588" y="1462261"/>
            <a:ext cx="337278" cy="490625"/>
          </a:xfrm>
          <a:prstGeom prst="down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4E0E711E-FC11-F20A-B254-F8E0D6A405A2}"/>
              </a:ext>
            </a:extLst>
          </p:cNvPr>
          <p:cNvSpPr/>
          <p:nvPr/>
        </p:nvSpPr>
        <p:spPr>
          <a:xfrm>
            <a:off x="2788362" y="2124355"/>
            <a:ext cx="1432997" cy="2616669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dirty="0" err="1"/>
              <a:t>外部世界</a:t>
            </a:r>
            <a:endParaRPr lang="en-CN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CB9F333-F3B9-FBCD-EDD7-E626662D8880}"/>
              </a:ext>
            </a:extLst>
          </p:cNvPr>
          <p:cNvSpPr/>
          <p:nvPr/>
        </p:nvSpPr>
        <p:spPr>
          <a:xfrm>
            <a:off x="4818978" y="2585151"/>
            <a:ext cx="2784610" cy="191497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800" dirty="0">
                <a:solidFill>
                  <a:schemeClr val="tx1"/>
                </a:solidFill>
              </a:rPr>
              <a:t>repeatable</a:t>
            </a:r>
            <a:endParaRPr lang="en-CN" dirty="0">
              <a:solidFill>
                <a:schemeClr val="tx1"/>
              </a:solidFill>
            </a:endParaRPr>
          </a:p>
          <a:p>
            <a:pPr algn="ctr"/>
            <a:endParaRPr lang="en-CN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446F99F-4654-C64B-7EBB-3FCDD8BCA2C7}"/>
              </a:ext>
            </a:extLst>
          </p:cNvPr>
          <p:cNvSpPr/>
          <p:nvPr/>
        </p:nvSpPr>
        <p:spPr>
          <a:xfrm>
            <a:off x="5024030" y="2883784"/>
            <a:ext cx="873724" cy="23129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CN" sz="900" dirty="0">
                <a:solidFill>
                  <a:schemeClr val="tx1"/>
                </a:solidFill>
              </a:rPr>
              <a:t>Thought</a:t>
            </a:r>
            <a:endParaRPr lang="en-CN" dirty="0">
              <a:solidFill>
                <a:schemeClr val="tx1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358145D-6506-404B-469A-DA7FE1A9C19E}"/>
              </a:ext>
            </a:extLst>
          </p:cNvPr>
          <p:cNvSpPr/>
          <p:nvPr/>
        </p:nvSpPr>
        <p:spPr>
          <a:xfrm>
            <a:off x="5024030" y="3313538"/>
            <a:ext cx="873724" cy="231290"/>
          </a:xfrm>
          <a:prstGeom prst="rect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CN" sz="900" dirty="0">
                <a:solidFill>
                  <a:schemeClr val="tx1"/>
                </a:solidFill>
              </a:rPr>
              <a:t>Action</a:t>
            </a:r>
            <a:endParaRPr lang="en-CN" dirty="0">
              <a:solidFill>
                <a:schemeClr val="tx1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61CFF51-50B2-2D4C-E547-B036A6BA29BF}"/>
              </a:ext>
            </a:extLst>
          </p:cNvPr>
          <p:cNvSpPr/>
          <p:nvPr/>
        </p:nvSpPr>
        <p:spPr>
          <a:xfrm>
            <a:off x="5024030" y="3743292"/>
            <a:ext cx="873724" cy="23129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CN" sz="900" dirty="0">
                <a:solidFill>
                  <a:schemeClr val="tx1"/>
                </a:solidFill>
              </a:rPr>
              <a:t>Observation</a:t>
            </a:r>
            <a:endParaRPr lang="en-CN" dirty="0">
              <a:solidFill>
                <a:schemeClr val="tx1"/>
              </a:solidFill>
            </a:endParaRP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D4D5C924-A877-F4BE-ED35-7CF94D578390}"/>
              </a:ext>
            </a:extLst>
          </p:cNvPr>
          <p:cNvCxnSpPr>
            <a:cxnSpLocks/>
            <a:endCxn id="3" idx="0"/>
          </p:cNvCxnSpPr>
          <p:nvPr/>
        </p:nvCxnSpPr>
        <p:spPr>
          <a:xfrm>
            <a:off x="5460892" y="2052727"/>
            <a:ext cx="0" cy="831057"/>
          </a:xfrm>
          <a:prstGeom prst="straightConnector1">
            <a:avLst/>
          </a:prstGeom>
          <a:ln w="127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5239C990-7F6C-A7AD-8F86-5323C3369A64}"/>
              </a:ext>
            </a:extLst>
          </p:cNvPr>
          <p:cNvCxnSpPr>
            <a:cxnSpLocks/>
            <a:stCxn id="3" idx="2"/>
            <a:endCxn id="4" idx="0"/>
          </p:cNvCxnSpPr>
          <p:nvPr/>
        </p:nvCxnSpPr>
        <p:spPr>
          <a:xfrm>
            <a:off x="5460892" y="3115074"/>
            <a:ext cx="0" cy="198464"/>
          </a:xfrm>
          <a:prstGeom prst="straightConnector1">
            <a:avLst/>
          </a:prstGeom>
          <a:ln w="127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35DDCC77-2AFD-0626-E599-700AAA1E8BC0}"/>
              </a:ext>
            </a:extLst>
          </p:cNvPr>
          <p:cNvSpPr/>
          <p:nvPr/>
        </p:nvSpPr>
        <p:spPr>
          <a:xfrm>
            <a:off x="2990651" y="2591516"/>
            <a:ext cx="1078775" cy="199345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CN" dirty="0">
                <a:solidFill>
                  <a:schemeClr val="tx1"/>
                </a:solidFill>
              </a:rPr>
              <a:t>APIs</a:t>
            </a:r>
          </a:p>
          <a:p>
            <a:pPr algn="ctr"/>
            <a:endParaRPr lang="en-CN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9560990-0685-CEF5-46A9-3C3AAC970832}"/>
              </a:ext>
            </a:extLst>
          </p:cNvPr>
          <p:cNvSpPr/>
          <p:nvPr/>
        </p:nvSpPr>
        <p:spPr>
          <a:xfrm>
            <a:off x="3081457" y="3022252"/>
            <a:ext cx="873724" cy="23129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CN" sz="900" dirty="0">
                <a:solidFill>
                  <a:schemeClr val="tx1"/>
                </a:solidFill>
              </a:rPr>
              <a:t>google</a:t>
            </a:r>
            <a:endParaRPr lang="en-CN" dirty="0">
              <a:solidFill>
                <a:schemeClr val="tx1"/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0B5F39A-F9F8-BD15-6F64-94BE4860EB62}"/>
              </a:ext>
            </a:extLst>
          </p:cNvPr>
          <p:cNvSpPr/>
          <p:nvPr/>
        </p:nvSpPr>
        <p:spPr>
          <a:xfrm>
            <a:off x="3081457" y="3428697"/>
            <a:ext cx="873724" cy="23129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CN" sz="900" dirty="0">
                <a:solidFill>
                  <a:schemeClr val="tx1"/>
                </a:solidFill>
              </a:rPr>
              <a:t>weather</a:t>
            </a:r>
            <a:endParaRPr lang="en-CN" dirty="0">
              <a:solidFill>
                <a:schemeClr val="tx1"/>
              </a:solidFill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0E300FA-6A22-C3DA-747D-7C117E6E7D0D}"/>
              </a:ext>
            </a:extLst>
          </p:cNvPr>
          <p:cNvSpPr/>
          <p:nvPr/>
        </p:nvSpPr>
        <p:spPr>
          <a:xfrm>
            <a:off x="3081457" y="3835142"/>
            <a:ext cx="873724" cy="23129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CN" sz="900" dirty="0">
                <a:solidFill>
                  <a:schemeClr val="tx1"/>
                </a:solidFill>
              </a:rPr>
              <a:t>database</a:t>
            </a:r>
            <a:endParaRPr lang="en-CN" dirty="0">
              <a:solidFill>
                <a:schemeClr val="tx1"/>
              </a:solidFill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DC1055A-D166-4C5E-D246-01A82A8B66D0}"/>
              </a:ext>
            </a:extLst>
          </p:cNvPr>
          <p:cNvSpPr/>
          <p:nvPr/>
        </p:nvSpPr>
        <p:spPr>
          <a:xfrm>
            <a:off x="3081457" y="4217094"/>
            <a:ext cx="873724" cy="23129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zh-CN" sz="900" dirty="0">
                <a:solidFill>
                  <a:schemeClr val="tx1"/>
                </a:solidFill>
              </a:rPr>
              <a:t>…</a:t>
            </a:r>
            <a:endParaRPr lang="en-CN" dirty="0">
              <a:solidFill>
                <a:schemeClr val="tx1"/>
              </a:solidFill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F0CEEDD-21BE-D272-B6A3-F6037B7B85B4}"/>
              </a:ext>
            </a:extLst>
          </p:cNvPr>
          <p:cNvSpPr/>
          <p:nvPr/>
        </p:nvSpPr>
        <p:spPr>
          <a:xfrm>
            <a:off x="6476710" y="3082248"/>
            <a:ext cx="873724" cy="23129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CN" sz="900" dirty="0">
                <a:solidFill>
                  <a:schemeClr val="tx1"/>
                </a:solidFill>
              </a:rPr>
              <a:t>Thought</a:t>
            </a:r>
            <a:endParaRPr lang="en-CN" dirty="0">
              <a:solidFill>
                <a:schemeClr val="tx1"/>
              </a:solidFill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E1F8B61-D41C-86EA-AEE6-0F9A44825925}"/>
              </a:ext>
            </a:extLst>
          </p:cNvPr>
          <p:cNvSpPr/>
          <p:nvPr/>
        </p:nvSpPr>
        <p:spPr>
          <a:xfrm>
            <a:off x="6476710" y="3512002"/>
            <a:ext cx="873724" cy="231290"/>
          </a:xfrm>
          <a:prstGeom prst="rect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CN" sz="900" dirty="0">
                <a:solidFill>
                  <a:schemeClr val="tx1"/>
                </a:solidFill>
              </a:rPr>
              <a:t>Action</a:t>
            </a:r>
            <a:endParaRPr lang="en-CN" dirty="0">
              <a:solidFill>
                <a:schemeClr val="tx1"/>
              </a:solidFill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2AA1B1BC-5927-D24C-1716-8E101D8C74F8}"/>
              </a:ext>
            </a:extLst>
          </p:cNvPr>
          <p:cNvSpPr/>
          <p:nvPr/>
        </p:nvSpPr>
        <p:spPr>
          <a:xfrm>
            <a:off x="6476710" y="3941756"/>
            <a:ext cx="873724" cy="23129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CN" sz="900" dirty="0">
                <a:solidFill>
                  <a:schemeClr val="tx1"/>
                </a:solidFill>
              </a:rPr>
              <a:t>Observation</a:t>
            </a:r>
            <a:endParaRPr lang="en-CN" dirty="0">
              <a:solidFill>
                <a:schemeClr val="tx1"/>
              </a:solidFill>
            </a:endParaRP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DA390DE0-26C6-A4BF-A0F8-9818C1723AC6}"/>
              </a:ext>
            </a:extLst>
          </p:cNvPr>
          <p:cNvCxnSpPr>
            <a:cxnSpLocks/>
            <a:stCxn id="4" idx="1"/>
          </p:cNvCxnSpPr>
          <p:nvPr/>
        </p:nvCxnSpPr>
        <p:spPr>
          <a:xfrm flipH="1">
            <a:off x="4221359" y="3429183"/>
            <a:ext cx="802671" cy="0"/>
          </a:xfrm>
          <a:prstGeom prst="straightConnector1">
            <a:avLst/>
          </a:prstGeom>
          <a:ln>
            <a:solidFill>
              <a:schemeClr val="accent2"/>
            </a:solidFill>
            <a:prstDash val="dash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BF4425A8-4D24-3711-B488-E8DBE128C7F6}"/>
              </a:ext>
            </a:extLst>
          </p:cNvPr>
          <p:cNvCxnSpPr>
            <a:cxnSpLocks/>
            <a:endCxn id="5" idx="1"/>
          </p:cNvCxnSpPr>
          <p:nvPr/>
        </p:nvCxnSpPr>
        <p:spPr>
          <a:xfrm>
            <a:off x="4221359" y="3858937"/>
            <a:ext cx="802671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4" name="Elbow Connector 43">
            <a:extLst>
              <a:ext uri="{FF2B5EF4-FFF2-40B4-BE49-F238E27FC236}">
                <a16:creationId xmlns:a16="http://schemas.microsoft.com/office/drawing/2014/main" id="{9A1AA56A-0D2A-CFB3-D35E-87AE11C8A8C9}"/>
              </a:ext>
            </a:extLst>
          </p:cNvPr>
          <p:cNvCxnSpPr>
            <a:cxnSpLocks/>
            <a:stCxn id="5" idx="3"/>
            <a:endCxn id="22" idx="1"/>
          </p:cNvCxnSpPr>
          <p:nvPr/>
        </p:nvCxnSpPr>
        <p:spPr>
          <a:xfrm flipV="1">
            <a:off x="5897754" y="3197893"/>
            <a:ext cx="578956" cy="661044"/>
          </a:xfrm>
          <a:prstGeom prst="bentConnector3">
            <a:avLst>
              <a:gd name="adj1" fmla="val 20691"/>
            </a:avLst>
          </a:prstGeom>
          <a:ln w="127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AD316895-98AD-2BE6-6451-9D65CB91DF28}"/>
              </a:ext>
            </a:extLst>
          </p:cNvPr>
          <p:cNvCxnSpPr>
            <a:cxnSpLocks/>
          </p:cNvCxnSpPr>
          <p:nvPr/>
        </p:nvCxnSpPr>
        <p:spPr>
          <a:xfrm>
            <a:off x="6929662" y="3313538"/>
            <a:ext cx="0" cy="198464"/>
          </a:xfrm>
          <a:prstGeom prst="straightConnector1">
            <a:avLst/>
          </a:prstGeom>
          <a:ln w="127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8" name="Elbow Connector 47">
            <a:extLst>
              <a:ext uri="{FF2B5EF4-FFF2-40B4-BE49-F238E27FC236}">
                <a16:creationId xmlns:a16="http://schemas.microsoft.com/office/drawing/2014/main" id="{D6301509-CAEC-5B5A-F503-75CDC4E9B13F}"/>
              </a:ext>
            </a:extLst>
          </p:cNvPr>
          <p:cNvCxnSpPr>
            <a:cxnSpLocks/>
            <a:stCxn id="27" idx="1"/>
          </p:cNvCxnSpPr>
          <p:nvPr/>
        </p:nvCxnSpPr>
        <p:spPr>
          <a:xfrm rot="10800000" flipV="1">
            <a:off x="4221360" y="3627646"/>
            <a:ext cx="2255351" cy="545399"/>
          </a:xfrm>
          <a:prstGeom prst="bentConnector3">
            <a:avLst>
              <a:gd name="adj1" fmla="val 16213"/>
            </a:avLst>
          </a:prstGeom>
          <a:ln w="12700">
            <a:solidFill>
              <a:schemeClr val="accent2"/>
            </a:solidFill>
            <a:prstDash val="dash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5" name="Elbow Connector 54">
            <a:extLst>
              <a:ext uri="{FF2B5EF4-FFF2-40B4-BE49-F238E27FC236}">
                <a16:creationId xmlns:a16="http://schemas.microsoft.com/office/drawing/2014/main" id="{8B78D675-766A-D188-55EC-00678194B3F4}"/>
              </a:ext>
            </a:extLst>
          </p:cNvPr>
          <p:cNvCxnSpPr>
            <a:cxnSpLocks/>
            <a:endCxn id="29" idx="1"/>
          </p:cNvCxnSpPr>
          <p:nvPr/>
        </p:nvCxnSpPr>
        <p:spPr>
          <a:xfrm flipV="1">
            <a:off x="4221359" y="4057401"/>
            <a:ext cx="2255351" cy="271169"/>
          </a:xfrm>
          <a:prstGeom prst="bentConnector3">
            <a:avLst>
              <a:gd name="adj1" fmla="val 89749"/>
            </a:avLst>
          </a:prstGeom>
          <a:ln w="12700">
            <a:solidFill>
              <a:schemeClr val="tx1"/>
            </a:solidFill>
            <a:prstDash val="dash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51" name="Rectangle 350">
            <a:extLst>
              <a:ext uri="{FF2B5EF4-FFF2-40B4-BE49-F238E27FC236}">
                <a16:creationId xmlns:a16="http://schemas.microsoft.com/office/drawing/2014/main" id="{8A702696-B1EC-D335-9C16-30DECC93C1FE}"/>
              </a:ext>
            </a:extLst>
          </p:cNvPr>
          <p:cNvSpPr/>
          <p:nvPr/>
        </p:nvSpPr>
        <p:spPr>
          <a:xfrm>
            <a:off x="7997694" y="3480867"/>
            <a:ext cx="873724" cy="23129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CN" sz="900" dirty="0">
                <a:solidFill>
                  <a:schemeClr val="tx1"/>
                </a:solidFill>
              </a:rPr>
              <a:t>Thought</a:t>
            </a:r>
            <a:endParaRPr lang="en-CN" dirty="0">
              <a:solidFill>
                <a:schemeClr val="tx1"/>
              </a:solidFill>
            </a:endParaRPr>
          </a:p>
        </p:txBody>
      </p:sp>
      <p:sp>
        <p:nvSpPr>
          <p:cNvPr id="352" name="Rectangle 351">
            <a:extLst>
              <a:ext uri="{FF2B5EF4-FFF2-40B4-BE49-F238E27FC236}">
                <a16:creationId xmlns:a16="http://schemas.microsoft.com/office/drawing/2014/main" id="{EDBCC9E3-1B60-C7C5-47A3-F6C569DC5F38}"/>
              </a:ext>
            </a:extLst>
          </p:cNvPr>
          <p:cNvSpPr/>
          <p:nvPr/>
        </p:nvSpPr>
        <p:spPr>
          <a:xfrm>
            <a:off x="7997694" y="4097280"/>
            <a:ext cx="873724" cy="23129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CN" sz="900" dirty="0">
                <a:solidFill>
                  <a:schemeClr val="tx1"/>
                </a:solidFill>
              </a:rPr>
              <a:t>Final</a:t>
            </a:r>
            <a:r>
              <a:rPr lang="zh-CN" altLang="en-US" sz="900" dirty="0">
                <a:solidFill>
                  <a:schemeClr val="tx1"/>
                </a:solidFill>
              </a:rPr>
              <a:t> </a:t>
            </a:r>
            <a:r>
              <a:rPr lang="en-US" altLang="zh-CN" sz="900" dirty="0">
                <a:solidFill>
                  <a:schemeClr val="tx1"/>
                </a:solidFill>
              </a:rPr>
              <a:t>Answer</a:t>
            </a:r>
            <a:endParaRPr lang="en-CN" dirty="0">
              <a:solidFill>
                <a:schemeClr val="tx1"/>
              </a:solidFill>
            </a:endParaRPr>
          </a:p>
        </p:txBody>
      </p:sp>
      <p:cxnSp>
        <p:nvCxnSpPr>
          <p:cNvPr id="354" name="Elbow Connector 353">
            <a:extLst>
              <a:ext uri="{FF2B5EF4-FFF2-40B4-BE49-F238E27FC236}">
                <a16:creationId xmlns:a16="http://schemas.microsoft.com/office/drawing/2014/main" id="{1A73D6B3-B25B-7687-1ADC-BDBD0619259F}"/>
              </a:ext>
            </a:extLst>
          </p:cNvPr>
          <p:cNvCxnSpPr>
            <a:cxnSpLocks/>
            <a:stCxn id="29" idx="3"/>
            <a:endCxn id="351" idx="1"/>
          </p:cNvCxnSpPr>
          <p:nvPr/>
        </p:nvCxnSpPr>
        <p:spPr>
          <a:xfrm flipV="1">
            <a:off x="7350434" y="3596512"/>
            <a:ext cx="647260" cy="460889"/>
          </a:xfrm>
          <a:prstGeom prst="bentConnector3">
            <a:avLst>
              <a:gd name="adj1" fmla="val 68934"/>
            </a:avLst>
          </a:prstGeom>
          <a:ln w="127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59" name="Straight Arrow Connector 358">
            <a:extLst>
              <a:ext uri="{FF2B5EF4-FFF2-40B4-BE49-F238E27FC236}">
                <a16:creationId xmlns:a16="http://schemas.microsoft.com/office/drawing/2014/main" id="{6700DAD8-06D6-F752-9D12-5DC8860367C1}"/>
              </a:ext>
            </a:extLst>
          </p:cNvPr>
          <p:cNvCxnSpPr>
            <a:cxnSpLocks/>
            <a:stCxn id="351" idx="2"/>
            <a:endCxn id="352" idx="0"/>
          </p:cNvCxnSpPr>
          <p:nvPr/>
        </p:nvCxnSpPr>
        <p:spPr>
          <a:xfrm>
            <a:off x="8434556" y="3712157"/>
            <a:ext cx="0" cy="385123"/>
          </a:xfrm>
          <a:prstGeom prst="straightConnector1">
            <a:avLst/>
          </a:prstGeom>
          <a:ln w="127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66" name="TextBox 365">
            <a:extLst>
              <a:ext uri="{FF2B5EF4-FFF2-40B4-BE49-F238E27FC236}">
                <a16:creationId xmlns:a16="http://schemas.microsoft.com/office/drawing/2014/main" id="{94425040-381A-4BCA-B5D1-895B43F5A7BE}"/>
              </a:ext>
            </a:extLst>
          </p:cNvPr>
          <p:cNvSpPr txBox="1"/>
          <p:nvPr/>
        </p:nvSpPr>
        <p:spPr>
          <a:xfrm>
            <a:off x="97656" y="895823"/>
            <a:ext cx="4580964" cy="3112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14300" lvl="0">
              <a:lnSpc>
                <a:spcPct val="150000"/>
              </a:lnSpc>
              <a:buClr>
                <a:srgbClr val="151515"/>
              </a:buClr>
              <a:buSzPts val="1800"/>
            </a:pPr>
            <a:r>
              <a:rPr lang="zh-CN" altLang="en-US" sz="1200" b="1" dirty="0"/>
              <a:t>特点：</a:t>
            </a:r>
          </a:p>
          <a:p>
            <a:pPr marL="285750" lvl="0" indent="-171450">
              <a:lnSpc>
                <a:spcPct val="150000"/>
              </a:lnSpc>
              <a:buClr>
                <a:srgbClr val="151515"/>
              </a:buClr>
              <a:buSzPts val="1800"/>
              <a:buFont typeface="Arial" panose="020B0604020202020204" pitchFamily="34" charset="0"/>
              <a:buChar char="•"/>
            </a:pPr>
            <a:r>
              <a:rPr lang="zh-CN" altLang="en-US" sz="1200" dirty="0"/>
              <a:t>思维链</a:t>
            </a:r>
            <a:endParaRPr lang="en-US" altLang="zh-CN" sz="1200" dirty="0"/>
          </a:p>
          <a:p>
            <a:pPr marL="285750" indent="-171450">
              <a:lnSpc>
                <a:spcPct val="150000"/>
              </a:lnSpc>
              <a:buClr>
                <a:srgbClr val="151515"/>
              </a:buClr>
              <a:buSzPts val="1800"/>
              <a:buFont typeface="Arial" panose="020B0604020202020204" pitchFamily="34" charset="0"/>
              <a:buChar char="•"/>
            </a:pPr>
            <a:r>
              <a:rPr lang="en-US" sz="1200" dirty="0" err="1"/>
              <a:t>ReACT</a:t>
            </a:r>
            <a:r>
              <a:rPr lang="en-US" altLang="zh-CN" sz="1200" dirty="0"/>
              <a:t>(</a:t>
            </a:r>
            <a:r>
              <a:rPr lang="en-US" sz="1200" dirty="0"/>
              <a:t>Reason + Act）</a:t>
            </a:r>
            <a:r>
              <a:rPr lang="zh-CN" altLang="en-US" sz="1200" dirty="0"/>
              <a:t>能够规划、推理、执行多步骤任务</a:t>
            </a:r>
            <a:endParaRPr lang="en-US" sz="1200" dirty="0"/>
          </a:p>
          <a:p>
            <a:pPr marL="285750" lvl="0" indent="-171450">
              <a:lnSpc>
                <a:spcPct val="150000"/>
              </a:lnSpc>
              <a:buClr>
                <a:srgbClr val="151515"/>
              </a:buClr>
              <a:buSzPts val="1800"/>
              <a:buFont typeface="Arial" panose="020B0604020202020204" pitchFamily="34" charset="0"/>
              <a:buChar char="•"/>
            </a:pPr>
            <a:r>
              <a:rPr lang="en-US" sz="1200" dirty="0" err="1">
                <a:solidFill>
                  <a:srgbClr val="151515"/>
                </a:solidFill>
                <a:ea typeface="Inter"/>
                <a:cs typeface="Inter"/>
                <a:sym typeface="Inter"/>
              </a:rPr>
              <a:t>与外部世界打通</a:t>
            </a:r>
            <a:r>
              <a:rPr lang="zh-CN" altLang="en-US" sz="1200" dirty="0">
                <a:solidFill>
                  <a:srgbClr val="151515"/>
                </a:solidFill>
                <a:ea typeface="Inter"/>
                <a:cs typeface="Inter"/>
                <a:sym typeface="Inter"/>
              </a:rPr>
              <a:t>，能够调用工具</a:t>
            </a:r>
            <a:endParaRPr lang="en-US" altLang="zh-CN" sz="1200" dirty="0">
              <a:solidFill>
                <a:srgbClr val="151515"/>
              </a:solidFill>
              <a:ea typeface="Inter"/>
              <a:cs typeface="Inter"/>
              <a:sym typeface="Inter"/>
            </a:endParaRPr>
          </a:p>
          <a:p>
            <a:pPr marL="114300" lvl="0">
              <a:lnSpc>
                <a:spcPct val="150000"/>
              </a:lnSpc>
              <a:buClr>
                <a:srgbClr val="151515"/>
              </a:buClr>
              <a:buSzPts val="1800"/>
            </a:pPr>
            <a:endParaRPr lang="zh-CN" altLang="en-US" sz="1200" dirty="0"/>
          </a:p>
          <a:p>
            <a:pPr marL="114300" lvl="0">
              <a:lnSpc>
                <a:spcPct val="150000"/>
              </a:lnSpc>
              <a:buClr>
                <a:srgbClr val="151515"/>
              </a:buClr>
              <a:buSzPts val="1800"/>
            </a:pPr>
            <a:r>
              <a:rPr lang="zh-CN" altLang="en-US" sz="1200" b="1" dirty="0"/>
              <a:t>问题：</a:t>
            </a:r>
          </a:p>
          <a:p>
            <a:pPr marL="400050" lvl="0" indent="-285750">
              <a:lnSpc>
                <a:spcPct val="150000"/>
              </a:lnSpc>
              <a:buClr>
                <a:srgbClr val="151515"/>
              </a:buClr>
              <a:buSzPts val="1800"/>
              <a:buFont typeface="Arial" panose="020B0604020202020204" pitchFamily="34" charset="0"/>
              <a:buChar char="•"/>
            </a:pPr>
            <a:r>
              <a:rPr lang="zh-CN" altLang="en-US" sz="1200" dirty="0"/>
              <a:t>缺乏统一标准</a:t>
            </a:r>
            <a:endParaRPr lang="en-US" altLang="zh-CN" sz="1200" dirty="0"/>
          </a:p>
          <a:p>
            <a:pPr marL="400050" indent="-285750">
              <a:lnSpc>
                <a:spcPct val="150000"/>
              </a:lnSpc>
              <a:buClr>
                <a:srgbClr val="151515"/>
              </a:buClr>
              <a:buSzPts val="1800"/>
              <a:buFont typeface="Arial" panose="020B0604020202020204" pitchFamily="34" charset="0"/>
              <a:buChar char="•"/>
            </a:pPr>
            <a:r>
              <a:rPr lang="zh-CN" altLang="en-US" sz="1200" dirty="0"/>
              <a:t>降低开发和维护成本</a:t>
            </a:r>
            <a:endParaRPr lang="en-US" altLang="zh-CN" sz="1200" dirty="0"/>
          </a:p>
          <a:p>
            <a:pPr marL="400050" lvl="0" indent="-285750">
              <a:lnSpc>
                <a:spcPct val="150000"/>
              </a:lnSpc>
              <a:buClr>
                <a:srgbClr val="151515"/>
              </a:buClr>
              <a:buSzPts val="1800"/>
              <a:buFont typeface="Arial" panose="020B0604020202020204" pitchFamily="34" charset="0"/>
              <a:buChar char="•"/>
            </a:pPr>
            <a:r>
              <a:rPr lang="zh-CN" altLang="en-US" sz="1200" dirty="0"/>
              <a:t>不同平台的工具协议互不兼容</a:t>
            </a:r>
            <a:endParaRPr lang="en-US" altLang="zh-CN" sz="1200" dirty="0"/>
          </a:p>
          <a:p>
            <a:pPr marL="400050" indent="-285750">
              <a:lnSpc>
                <a:spcPct val="150000"/>
              </a:lnSpc>
              <a:buClr>
                <a:srgbClr val="151515"/>
              </a:buClr>
              <a:buSzPts val="1800"/>
              <a:buFont typeface="Arial" panose="020B0604020202020204" pitchFamily="34" charset="0"/>
              <a:buChar char="•"/>
            </a:pPr>
            <a:r>
              <a:rPr lang="zh-CN" altLang="en-US" sz="1200" dirty="0"/>
              <a:t>每个应用需要单独实现工具接口</a:t>
            </a:r>
          </a:p>
          <a:p>
            <a:pPr marL="400050" lvl="0" indent="-285750">
              <a:lnSpc>
                <a:spcPct val="150000"/>
              </a:lnSpc>
              <a:buClr>
                <a:srgbClr val="151515"/>
              </a:buClr>
              <a:buSzPts val="1800"/>
              <a:buFont typeface="Arial" panose="020B0604020202020204" pitchFamily="34" charset="0"/>
              <a:buChar char="•"/>
            </a:pPr>
            <a:endParaRPr lang="zh-CN" altLang="en-US" sz="1200" dirty="0">
              <a:solidFill>
                <a:srgbClr val="151515"/>
              </a:solidFill>
              <a:latin typeface="+mn-lt"/>
              <a:ea typeface="Inter"/>
              <a:cs typeface="Inter"/>
              <a:sym typeface="Inter"/>
            </a:endParaRPr>
          </a:p>
        </p:txBody>
      </p:sp>
    </p:spTree>
    <p:extLst>
      <p:ext uri="{BB962C8B-B14F-4D97-AF65-F5344CB8AC3E}">
        <p14:creationId xmlns:p14="http://schemas.microsoft.com/office/powerpoint/2010/main" val="16865338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7">
          <a:extLst>
            <a:ext uri="{FF2B5EF4-FFF2-40B4-BE49-F238E27FC236}">
              <a16:creationId xmlns:a16="http://schemas.microsoft.com/office/drawing/2014/main" id="{D5627326-FDBC-BF8C-E576-760190E22F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31">
            <a:extLst>
              <a:ext uri="{FF2B5EF4-FFF2-40B4-BE49-F238E27FC236}">
                <a16:creationId xmlns:a16="http://schemas.microsoft.com/office/drawing/2014/main" id="{8CB2C2A7-94A2-675E-53AF-A58B3D0A768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80010" lvl="0" algn="l">
              <a:buSzPct val="100000"/>
            </a:pPr>
            <a:r>
              <a:rPr lang="zh-CN" altLang="en-US" dirty="0"/>
              <a:t>当前阶段 </a:t>
            </a:r>
            <a:r>
              <a:rPr lang="en-US" altLang="zh-CN" dirty="0"/>
              <a:t>–</a:t>
            </a:r>
            <a:r>
              <a:rPr lang="zh-CN" altLang="en-US" dirty="0"/>
              <a:t> 开发协议标准化</a:t>
            </a:r>
            <a:endParaRPr dirty="0"/>
          </a:p>
        </p:txBody>
      </p:sp>
      <p:sp>
        <p:nvSpPr>
          <p:cNvPr id="380" name="Google Shape;380;p31">
            <a:extLst>
              <a:ext uri="{FF2B5EF4-FFF2-40B4-BE49-F238E27FC236}">
                <a16:creationId xmlns:a16="http://schemas.microsoft.com/office/drawing/2014/main" id="{E9E9A633-785E-203F-CA99-5905BD8ABE3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-11800" y="4745875"/>
            <a:ext cx="548700" cy="32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5</a:t>
            </a:fld>
            <a:endParaRPr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1292B1C-561F-8052-2B0E-2105701322F9}"/>
              </a:ext>
            </a:extLst>
          </p:cNvPr>
          <p:cNvSpPr/>
          <p:nvPr/>
        </p:nvSpPr>
        <p:spPr>
          <a:xfrm>
            <a:off x="4686550" y="3847470"/>
            <a:ext cx="2184974" cy="712325"/>
          </a:xfrm>
          <a:prstGeom prst="rect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CN" sz="1100" dirty="0"/>
              <a:t>LLMs</a:t>
            </a:r>
            <a:endParaRPr lang="en-CN" dirty="0"/>
          </a:p>
          <a:p>
            <a:pPr algn="ctr"/>
            <a:endParaRPr lang="en-CN" dirty="0"/>
          </a:p>
        </p:txBody>
      </p:sp>
      <p:sp>
        <p:nvSpPr>
          <p:cNvPr id="30" name="Google Shape;378;p31">
            <a:extLst>
              <a:ext uri="{FF2B5EF4-FFF2-40B4-BE49-F238E27FC236}">
                <a16:creationId xmlns:a16="http://schemas.microsoft.com/office/drawing/2014/main" id="{DB0E7969-261C-DDDA-662B-4988B81E31A7}"/>
              </a:ext>
            </a:extLst>
          </p:cNvPr>
          <p:cNvSpPr txBox="1"/>
          <p:nvPr/>
        </p:nvSpPr>
        <p:spPr>
          <a:xfrm>
            <a:off x="366396" y="1048682"/>
            <a:ext cx="4270281" cy="1935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00050" lvl="0" indent="-285750">
              <a:lnSpc>
                <a:spcPct val="170000"/>
              </a:lnSpc>
              <a:buClr>
                <a:srgbClr val="151515"/>
              </a:buClr>
              <a:buSzPts val="1800"/>
              <a:buFont typeface="Arial" panose="020B0604020202020204" pitchFamily="34" charset="0"/>
              <a:buChar char="•"/>
            </a:pPr>
            <a:r>
              <a:rPr lang="en-US" dirty="0"/>
              <a:t>MCP (Model Context Protocol)  </a:t>
            </a:r>
          </a:p>
          <a:p>
            <a:pPr marL="400050" lvl="0" indent="-285750">
              <a:lnSpc>
                <a:spcPct val="170000"/>
              </a:lnSpc>
              <a:buClr>
                <a:srgbClr val="151515"/>
              </a:buClr>
              <a:buSzPts val="1800"/>
              <a:buFont typeface="Arial" panose="020B0604020202020204" pitchFamily="34" charset="0"/>
              <a:buChar char="•"/>
            </a:pPr>
            <a:r>
              <a:rPr lang="zh-CN" altLang="en-US" dirty="0"/>
              <a:t>统一的标准协议</a:t>
            </a:r>
            <a:endParaRPr lang="en-US" altLang="zh-CN" dirty="0"/>
          </a:p>
          <a:p>
            <a:pPr marL="400050" lvl="0" indent="-285750">
              <a:lnSpc>
                <a:spcPct val="170000"/>
              </a:lnSpc>
              <a:buClr>
                <a:srgbClr val="151515"/>
              </a:buClr>
              <a:buSzPts val="1800"/>
              <a:buFont typeface="Arial" panose="020B0604020202020204" pitchFamily="34" charset="0"/>
              <a:buChar char="•"/>
            </a:pPr>
            <a:r>
              <a:rPr lang="en-US" dirty="0"/>
              <a:t>LLM</a:t>
            </a:r>
            <a:r>
              <a:rPr lang="zh-CN" altLang="en-US" dirty="0"/>
              <a:t>应用与具体工具实现分离</a:t>
            </a:r>
            <a:endParaRPr lang="en-US" altLang="zh-CN" dirty="0"/>
          </a:p>
          <a:p>
            <a:pPr marL="400050" lvl="0" indent="-285750">
              <a:lnSpc>
                <a:spcPct val="170000"/>
              </a:lnSpc>
              <a:buClr>
                <a:srgbClr val="151515"/>
              </a:buClr>
              <a:buSzPts val="1800"/>
              <a:buFont typeface="Arial" panose="020B0604020202020204" pitchFamily="34" charset="0"/>
              <a:buChar char="•"/>
            </a:pPr>
            <a:r>
              <a:rPr lang="zh-CN" altLang="en-US" dirty="0"/>
              <a:t>即插即用的工具集成</a:t>
            </a:r>
            <a:endParaRPr lang="en-US" altLang="zh-CN" dirty="0"/>
          </a:p>
          <a:p>
            <a:pPr marL="400050" lvl="0" indent="-285750">
              <a:lnSpc>
                <a:spcPct val="170000"/>
              </a:lnSpc>
              <a:buClr>
                <a:srgbClr val="151515"/>
              </a:buClr>
              <a:buSzPts val="1800"/>
              <a:buFont typeface="Arial" panose="020B0604020202020204" pitchFamily="34" charset="0"/>
              <a:buChar char="•"/>
            </a:pPr>
            <a:r>
              <a:rPr lang="zh-CN" altLang="en-US" dirty="0"/>
              <a:t>降低开发和维护成本</a:t>
            </a:r>
            <a:endParaRPr lang="en-US" altLang="zh-CN" dirty="0"/>
          </a:p>
          <a:p>
            <a:pPr marL="400050" lvl="0" indent="-285750">
              <a:lnSpc>
                <a:spcPct val="170000"/>
              </a:lnSpc>
              <a:buClr>
                <a:srgbClr val="151515"/>
              </a:buClr>
              <a:buSzPts val="1800"/>
              <a:buFont typeface="Arial" panose="020B0604020202020204" pitchFamily="34" charset="0"/>
              <a:buChar char="•"/>
            </a:pPr>
            <a:r>
              <a:rPr lang="zh-CN" altLang="en-US" dirty="0"/>
              <a:t>生态系统快速发展</a:t>
            </a:r>
            <a:endParaRPr dirty="0">
              <a:solidFill>
                <a:srgbClr val="151515"/>
              </a:solidFill>
              <a:latin typeface="+mn-lt"/>
              <a:ea typeface="Inter"/>
              <a:cs typeface="Inter"/>
              <a:sym typeface="Inter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3DA38B7-32C2-9E3B-98DB-5E1452EF05DC}"/>
              </a:ext>
            </a:extLst>
          </p:cNvPr>
          <p:cNvSpPr/>
          <p:nvPr/>
        </p:nvSpPr>
        <p:spPr>
          <a:xfrm>
            <a:off x="4686550" y="1603834"/>
            <a:ext cx="2184974" cy="19358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100" dirty="0">
                <a:solidFill>
                  <a:schemeClr val="tx1"/>
                </a:solidFill>
              </a:rPr>
              <a:t>MCP</a:t>
            </a:r>
            <a:r>
              <a:rPr lang="zh-CN" altLang="en-US" sz="1100" dirty="0">
                <a:solidFill>
                  <a:schemeClr val="tx1"/>
                </a:solidFill>
              </a:rPr>
              <a:t> </a:t>
            </a:r>
            <a:r>
              <a:rPr lang="en-US" altLang="zh-CN" sz="1100" dirty="0">
                <a:solidFill>
                  <a:schemeClr val="tx1"/>
                </a:solidFill>
              </a:rPr>
              <a:t>Server</a:t>
            </a:r>
            <a:br>
              <a:rPr lang="en-US" altLang="zh-CN" sz="1100" dirty="0">
                <a:solidFill>
                  <a:schemeClr val="tx1"/>
                </a:solidFill>
              </a:rPr>
            </a:br>
            <a:endParaRPr lang="en-CN" sz="2400" dirty="0">
              <a:solidFill>
                <a:schemeClr val="tx1"/>
              </a:solidFill>
            </a:endParaRPr>
          </a:p>
          <a:p>
            <a:pPr algn="ctr"/>
            <a:endParaRPr lang="en-CN" sz="2400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B5527C4-5208-F5C9-FFC4-CCB3A761D478}"/>
              </a:ext>
            </a:extLst>
          </p:cNvPr>
          <p:cNvSpPr/>
          <p:nvPr/>
        </p:nvSpPr>
        <p:spPr>
          <a:xfrm>
            <a:off x="7483407" y="849981"/>
            <a:ext cx="1461155" cy="144230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900" dirty="0">
                <a:solidFill>
                  <a:schemeClr val="tx1"/>
                </a:solidFill>
              </a:rPr>
              <a:t>data and filesystem</a:t>
            </a:r>
          </a:p>
          <a:p>
            <a:pPr algn="ctr"/>
            <a:endParaRPr lang="en-CN" sz="900" dirty="0">
              <a:solidFill>
                <a:schemeClr val="tx1"/>
              </a:solidFill>
            </a:endParaRPr>
          </a:p>
          <a:p>
            <a:pPr algn="ctr"/>
            <a:endParaRPr lang="en-CN" sz="900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06475BE-A58D-5491-3890-4E51E06B795D}"/>
              </a:ext>
            </a:extLst>
          </p:cNvPr>
          <p:cNvSpPr/>
          <p:nvPr/>
        </p:nvSpPr>
        <p:spPr>
          <a:xfrm>
            <a:off x="7794601" y="1126403"/>
            <a:ext cx="873724" cy="23129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CN" sz="1050" dirty="0">
                <a:solidFill>
                  <a:schemeClr val="tx1"/>
                </a:solidFill>
              </a:rPr>
              <a:t>ClickHouse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3B3EA06-7531-65F0-3362-4238BEE457A7}"/>
              </a:ext>
            </a:extLst>
          </p:cNvPr>
          <p:cNvSpPr/>
          <p:nvPr/>
        </p:nvSpPr>
        <p:spPr>
          <a:xfrm>
            <a:off x="7794601" y="1522148"/>
            <a:ext cx="873724" cy="23129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zh-CN" sz="1050" dirty="0" err="1">
                <a:solidFill>
                  <a:schemeClr val="tx1"/>
                </a:solidFill>
              </a:rPr>
              <a:t>localfile</a:t>
            </a:r>
            <a:endParaRPr lang="en-CN" sz="1050" dirty="0">
              <a:solidFill>
                <a:schemeClr val="tx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26837CE-DDF5-8425-473F-969E4257FD2D}"/>
              </a:ext>
            </a:extLst>
          </p:cNvPr>
          <p:cNvSpPr/>
          <p:nvPr/>
        </p:nvSpPr>
        <p:spPr>
          <a:xfrm>
            <a:off x="7794601" y="1917893"/>
            <a:ext cx="873724" cy="23129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zh-CN" sz="1050" dirty="0">
                <a:solidFill>
                  <a:schemeClr val="tx1"/>
                </a:solidFill>
              </a:rPr>
              <a:t>…</a:t>
            </a:r>
            <a:endParaRPr lang="en-CN" sz="1050" dirty="0">
              <a:solidFill>
                <a:schemeClr val="tx1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76F75ED-914E-DFFF-9538-07C6A2D7DCD7}"/>
              </a:ext>
            </a:extLst>
          </p:cNvPr>
          <p:cNvSpPr/>
          <p:nvPr/>
        </p:nvSpPr>
        <p:spPr>
          <a:xfrm>
            <a:off x="7483407" y="2619068"/>
            <a:ext cx="1461155" cy="144230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zh-CN" sz="900" dirty="0">
                <a:solidFill>
                  <a:schemeClr val="tx1"/>
                </a:solidFill>
              </a:rPr>
              <a:t>public</a:t>
            </a:r>
            <a:r>
              <a:rPr lang="zh-CN" altLang="en-US" sz="900" dirty="0">
                <a:solidFill>
                  <a:schemeClr val="tx1"/>
                </a:solidFill>
              </a:rPr>
              <a:t> </a:t>
            </a:r>
            <a:r>
              <a:rPr lang="en-US" altLang="zh-CN" sz="900" dirty="0">
                <a:solidFill>
                  <a:schemeClr val="tx1"/>
                </a:solidFill>
              </a:rPr>
              <a:t>and</a:t>
            </a:r>
            <a:r>
              <a:rPr lang="zh-CN" altLang="en-US" sz="900" dirty="0">
                <a:solidFill>
                  <a:schemeClr val="tx1"/>
                </a:solidFill>
              </a:rPr>
              <a:t> </a:t>
            </a:r>
            <a:r>
              <a:rPr lang="en-US" altLang="zh-CN" sz="900" dirty="0">
                <a:solidFill>
                  <a:schemeClr val="tx1"/>
                </a:solidFill>
              </a:rPr>
              <a:t>custom</a:t>
            </a:r>
            <a:r>
              <a:rPr lang="zh-CN" altLang="en-US" sz="900" dirty="0">
                <a:solidFill>
                  <a:schemeClr val="tx1"/>
                </a:solidFill>
              </a:rPr>
              <a:t> </a:t>
            </a:r>
            <a:r>
              <a:rPr lang="en-US" altLang="zh-CN" sz="900" dirty="0">
                <a:solidFill>
                  <a:schemeClr val="tx1"/>
                </a:solidFill>
              </a:rPr>
              <a:t>APIs</a:t>
            </a:r>
            <a:endParaRPr lang="en-CN" sz="105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F5ED4AF-A65A-E7BF-B6AF-0D578B257D7D}"/>
              </a:ext>
            </a:extLst>
          </p:cNvPr>
          <p:cNvSpPr/>
          <p:nvPr/>
        </p:nvSpPr>
        <p:spPr>
          <a:xfrm>
            <a:off x="7794601" y="2895490"/>
            <a:ext cx="873724" cy="23129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CN" sz="1050" dirty="0">
                <a:solidFill>
                  <a:schemeClr val="tx1"/>
                </a:solidFill>
              </a:rPr>
              <a:t>Google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F32A04E-33C0-E617-E479-EE7EA853E164}"/>
              </a:ext>
            </a:extLst>
          </p:cNvPr>
          <p:cNvSpPr/>
          <p:nvPr/>
        </p:nvSpPr>
        <p:spPr>
          <a:xfrm>
            <a:off x="7794601" y="3291235"/>
            <a:ext cx="873724" cy="23129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zh-CN" sz="1050" dirty="0">
                <a:solidFill>
                  <a:schemeClr val="tx1"/>
                </a:solidFill>
              </a:rPr>
              <a:t>Git</a:t>
            </a:r>
            <a:endParaRPr lang="en-CN" sz="1050" dirty="0">
              <a:solidFill>
                <a:schemeClr val="tx1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8F8538C-2EBA-C233-E6DC-7FF8CB22F4EC}"/>
              </a:ext>
            </a:extLst>
          </p:cNvPr>
          <p:cNvSpPr/>
          <p:nvPr/>
        </p:nvSpPr>
        <p:spPr>
          <a:xfrm>
            <a:off x="7794601" y="3686980"/>
            <a:ext cx="873724" cy="23129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zh-CN" sz="1050" dirty="0">
                <a:solidFill>
                  <a:schemeClr val="tx1"/>
                </a:solidFill>
              </a:rPr>
              <a:t>…</a:t>
            </a:r>
            <a:endParaRPr lang="en-CN" sz="1050" dirty="0">
              <a:solidFill>
                <a:schemeClr val="tx1"/>
              </a:solidFill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86FBD92-BEEB-7E7A-DFF2-D07F91265213}"/>
              </a:ext>
            </a:extLst>
          </p:cNvPr>
          <p:cNvSpPr/>
          <p:nvPr/>
        </p:nvSpPr>
        <p:spPr>
          <a:xfrm>
            <a:off x="7483407" y="4359126"/>
            <a:ext cx="1461155" cy="43597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900" dirty="0">
                <a:solidFill>
                  <a:schemeClr val="tx1"/>
                </a:solidFill>
              </a:rPr>
              <a:t>c</a:t>
            </a:r>
            <a:r>
              <a:rPr lang="en-CN" altLang="zh-CN" sz="900" dirty="0">
                <a:solidFill>
                  <a:schemeClr val="tx1"/>
                </a:solidFill>
              </a:rPr>
              <a:t>ustom</a:t>
            </a:r>
            <a:r>
              <a:rPr lang="zh-CN" altLang="en-US" sz="900" dirty="0">
                <a:solidFill>
                  <a:schemeClr val="tx1"/>
                </a:solidFill>
              </a:rPr>
              <a:t> </a:t>
            </a:r>
            <a:r>
              <a:rPr lang="en-US" altLang="zh-CN" sz="900" dirty="0">
                <a:solidFill>
                  <a:schemeClr val="tx1"/>
                </a:solidFill>
              </a:rPr>
              <a:t>prompts</a:t>
            </a:r>
            <a:endParaRPr lang="en-CN" sz="1050" dirty="0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B844F4CC-6EEA-8B82-3032-5BADC6A8B2F1}"/>
              </a:ext>
            </a:extLst>
          </p:cNvPr>
          <p:cNvSpPr/>
          <p:nvPr/>
        </p:nvSpPr>
        <p:spPr>
          <a:xfrm>
            <a:off x="4771027" y="4122214"/>
            <a:ext cx="629915" cy="22683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 err="1">
                <a:solidFill>
                  <a:schemeClr val="tx1"/>
                </a:solidFill>
              </a:rPr>
              <a:t>claude</a:t>
            </a:r>
            <a:endParaRPr lang="en-CN" sz="1050" dirty="0">
              <a:solidFill>
                <a:schemeClr val="tx1"/>
              </a:solidFill>
            </a:endParaRP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2A0D7B51-A92E-3946-4E4B-1A9F47F34674}"/>
              </a:ext>
            </a:extLst>
          </p:cNvPr>
          <p:cNvSpPr/>
          <p:nvPr/>
        </p:nvSpPr>
        <p:spPr>
          <a:xfrm>
            <a:off x="5461757" y="4122214"/>
            <a:ext cx="629915" cy="22683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 err="1">
                <a:solidFill>
                  <a:schemeClr val="tx1"/>
                </a:solidFill>
              </a:rPr>
              <a:t>chatgpt</a:t>
            </a:r>
            <a:endParaRPr lang="en-CN" sz="1050" dirty="0">
              <a:solidFill>
                <a:schemeClr val="tx1"/>
              </a:solidFill>
            </a:endParaRP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BDF7CB49-9024-CCD9-D3B4-403C314AB770}"/>
              </a:ext>
            </a:extLst>
          </p:cNvPr>
          <p:cNvSpPr/>
          <p:nvPr/>
        </p:nvSpPr>
        <p:spPr>
          <a:xfrm>
            <a:off x="6152487" y="4122214"/>
            <a:ext cx="629915" cy="22683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</a:rPr>
              <a:t>…</a:t>
            </a:r>
            <a:endParaRPr lang="en-CN" sz="1050" dirty="0">
              <a:solidFill>
                <a:schemeClr val="tx1"/>
              </a:solidFill>
            </a:endParaRPr>
          </a:p>
        </p:txBody>
      </p:sp>
      <p:sp>
        <p:nvSpPr>
          <p:cNvPr id="59" name="Left-Right Arrow 58">
            <a:extLst>
              <a:ext uri="{FF2B5EF4-FFF2-40B4-BE49-F238E27FC236}">
                <a16:creationId xmlns:a16="http://schemas.microsoft.com/office/drawing/2014/main" id="{32AC93FC-47E9-DB95-F8A9-B312EC284EA5}"/>
              </a:ext>
            </a:extLst>
          </p:cNvPr>
          <p:cNvSpPr/>
          <p:nvPr/>
        </p:nvSpPr>
        <p:spPr>
          <a:xfrm rot="5400000">
            <a:off x="5573669" y="3559345"/>
            <a:ext cx="406089" cy="244361"/>
          </a:xfrm>
          <a:prstGeom prst="left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561B82A6-940E-3BC1-0422-DD5E386E84DF}"/>
              </a:ext>
            </a:extLst>
          </p:cNvPr>
          <p:cNvSpPr/>
          <p:nvPr/>
        </p:nvSpPr>
        <p:spPr>
          <a:xfrm>
            <a:off x="3272756" y="1642457"/>
            <a:ext cx="887991" cy="183602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N" sz="900" dirty="0">
                <a:solidFill>
                  <a:schemeClr val="tx1"/>
                </a:solidFill>
              </a:rPr>
              <a:t>AI</a:t>
            </a:r>
            <a:r>
              <a:rPr lang="zh-CN" altLang="en-US" sz="900" dirty="0">
                <a:solidFill>
                  <a:schemeClr val="tx1"/>
                </a:solidFill>
              </a:rPr>
              <a:t> </a:t>
            </a:r>
            <a:r>
              <a:rPr lang="en-US" altLang="zh-CN" sz="900" dirty="0">
                <a:solidFill>
                  <a:schemeClr val="tx1"/>
                </a:solidFill>
              </a:rPr>
              <a:t>Applications</a:t>
            </a:r>
            <a:endParaRPr lang="en-CN" sz="900" dirty="0"/>
          </a:p>
        </p:txBody>
      </p:sp>
      <p:sp>
        <p:nvSpPr>
          <p:cNvPr id="320" name="Left-Right Arrow 319">
            <a:extLst>
              <a:ext uri="{FF2B5EF4-FFF2-40B4-BE49-F238E27FC236}">
                <a16:creationId xmlns:a16="http://schemas.microsoft.com/office/drawing/2014/main" id="{061B7F89-8016-4B1D-6CDF-E8EDF8C49CA5}"/>
              </a:ext>
            </a:extLst>
          </p:cNvPr>
          <p:cNvSpPr/>
          <p:nvPr/>
        </p:nvSpPr>
        <p:spPr>
          <a:xfrm rot="10800000">
            <a:off x="4198174" y="2448417"/>
            <a:ext cx="450949" cy="186112"/>
          </a:xfrm>
          <a:prstGeom prst="left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321" name="Rectangle 320">
            <a:extLst>
              <a:ext uri="{FF2B5EF4-FFF2-40B4-BE49-F238E27FC236}">
                <a16:creationId xmlns:a16="http://schemas.microsoft.com/office/drawing/2014/main" id="{8FBB0975-06B0-F912-BAAB-0FA29EE0C4E3}"/>
              </a:ext>
            </a:extLst>
          </p:cNvPr>
          <p:cNvSpPr/>
          <p:nvPr/>
        </p:nvSpPr>
        <p:spPr>
          <a:xfrm>
            <a:off x="4958616" y="1831500"/>
            <a:ext cx="1705519" cy="151618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zh-CN" sz="900" dirty="0">
                <a:solidFill>
                  <a:schemeClr val="tx1"/>
                </a:solidFill>
              </a:rPr>
              <a:t>Standard</a:t>
            </a:r>
            <a:r>
              <a:rPr lang="zh-CN" altLang="en-US" sz="900" dirty="0">
                <a:solidFill>
                  <a:schemeClr val="tx1"/>
                </a:solidFill>
              </a:rPr>
              <a:t> </a:t>
            </a:r>
            <a:r>
              <a:rPr lang="en-US" altLang="zh-CN" sz="900" dirty="0">
                <a:solidFill>
                  <a:schemeClr val="tx1"/>
                </a:solidFill>
              </a:rPr>
              <a:t>Protocol</a:t>
            </a:r>
            <a:endParaRPr lang="en-CN" sz="1050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140DA5F-CC9B-A37A-8692-DBE00B546297}"/>
              </a:ext>
            </a:extLst>
          </p:cNvPr>
          <p:cNvSpPr/>
          <p:nvPr/>
        </p:nvSpPr>
        <p:spPr>
          <a:xfrm>
            <a:off x="5070878" y="2088382"/>
            <a:ext cx="1412276" cy="2304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data sources</a:t>
            </a:r>
            <a:endParaRPr lang="en-CN" dirty="0">
              <a:solidFill>
                <a:schemeClr val="tx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20E3B30-4750-4CA4-1102-AB5790E90181}"/>
              </a:ext>
            </a:extLst>
          </p:cNvPr>
          <p:cNvSpPr/>
          <p:nvPr/>
        </p:nvSpPr>
        <p:spPr>
          <a:xfrm>
            <a:off x="5070878" y="2541473"/>
            <a:ext cx="1412276" cy="2304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too</a:t>
            </a:r>
            <a:r>
              <a:rPr lang="en-US" altLang="zh-CN" dirty="0">
                <a:solidFill>
                  <a:schemeClr val="tx1"/>
                </a:solidFill>
              </a:rPr>
              <a:t>ls</a:t>
            </a:r>
            <a:endParaRPr lang="en-CN" dirty="0">
              <a:solidFill>
                <a:schemeClr val="tx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4DF814C-DDA8-0E8F-C973-7F96290A24E1}"/>
              </a:ext>
            </a:extLst>
          </p:cNvPr>
          <p:cNvSpPr/>
          <p:nvPr/>
        </p:nvSpPr>
        <p:spPr>
          <a:xfrm>
            <a:off x="5070878" y="2994563"/>
            <a:ext cx="1412276" cy="2304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workflows</a:t>
            </a:r>
            <a:endParaRPr lang="en-CN" dirty="0">
              <a:solidFill>
                <a:schemeClr val="tx1"/>
              </a:solidFill>
            </a:endParaRPr>
          </a:p>
        </p:txBody>
      </p:sp>
      <p:cxnSp>
        <p:nvCxnSpPr>
          <p:cNvPr id="33" name="Elbow Connector 32">
            <a:extLst>
              <a:ext uri="{FF2B5EF4-FFF2-40B4-BE49-F238E27FC236}">
                <a16:creationId xmlns:a16="http://schemas.microsoft.com/office/drawing/2014/main" id="{D418446A-F7A9-A74F-B22B-09365D0A57F4}"/>
              </a:ext>
            </a:extLst>
          </p:cNvPr>
          <p:cNvCxnSpPr>
            <a:cxnSpLocks/>
            <a:stCxn id="22" idx="3"/>
            <a:endCxn id="17" idx="1"/>
          </p:cNvCxnSpPr>
          <p:nvPr/>
        </p:nvCxnSpPr>
        <p:spPr>
          <a:xfrm flipV="1">
            <a:off x="6483154" y="1571132"/>
            <a:ext cx="1000253" cy="632450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2" name="Elbow Connector 41">
            <a:extLst>
              <a:ext uri="{FF2B5EF4-FFF2-40B4-BE49-F238E27FC236}">
                <a16:creationId xmlns:a16="http://schemas.microsoft.com/office/drawing/2014/main" id="{B138A087-9B89-1C9F-41F6-43CB13CD8766}"/>
              </a:ext>
            </a:extLst>
          </p:cNvPr>
          <p:cNvCxnSpPr>
            <a:cxnSpLocks/>
            <a:stCxn id="10" idx="3"/>
            <a:endCxn id="25" idx="1"/>
          </p:cNvCxnSpPr>
          <p:nvPr/>
        </p:nvCxnSpPr>
        <p:spPr>
          <a:xfrm>
            <a:off x="6483154" y="3109763"/>
            <a:ext cx="1000253" cy="1467349"/>
          </a:xfrm>
          <a:prstGeom prst="bentConnector3">
            <a:avLst>
              <a:gd name="adj1" fmla="val 54481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7" name="Elbow Connector 326">
            <a:extLst>
              <a:ext uri="{FF2B5EF4-FFF2-40B4-BE49-F238E27FC236}">
                <a16:creationId xmlns:a16="http://schemas.microsoft.com/office/drawing/2014/main" id="{2D60E87E-353F-F6B1-C52B-06ACC0BF59A7}"/>
              </a:ext>
            </a:extLst>
          </p:cNvPr>
          <p:cNvCxnSpPr>
            <a:cxnSpLocks/>
            <a:stCxn id="8" idx="3"/>
            <a:endCxn id="13" idx="1"/>
          </p:cNvCxnSpPr>
          <p:nvPr/>
        </p:nvCxnSpPr>
        <p:spPr>
          <a:xfrm>
            <a:off x="6483154" y="2656673"/>
            <a:ext cx="1000253" cy="683546"/>
          </a:xfrm>
          <a:prstGeom prst="bentConnector3">
            <a:avLst>
              <a:gd name="adj1" fmla="val 70614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354953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7">
          <a:extLst>
            <a:ext uri="{FF2B5EF4-FFF2-40B4-BE49-F238E27FC236}">
              <a16:creationId xmlns:a16="http://schemas.microsoft.com/office/drawing/2014/main" id="{7D471F55-C7F8-DAD6-D11D-25D690BCF9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31">
            <a:extLst>
              <a:ext uri="{FF2B5EF4-FFF2-40B4-BE49-F238E27FC236}">
                <a16:creationId xmlns:a16="http://schemas.microsoft.com/office/drawing/2014/main" id="{4B5F8ED8-0DA9-B15E-7BB6-3CC2A6A22FB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80010" lvl="0" algn="l">
              <a:buSzPct val="100000"/>
            </a:pPr>
            <a:r>
              <a:rPr lang="en-CN" altLang="zh-CN" dirty="0"/>
              <a:t>ClickHouse</a:t>
            </a:r>
            <a:r>
              <a:rPr lang="zh-CN" altLang="en-US" dirty="0"/>
              <a:t> </a:t>
            </a:r>
            <a:r>
              <a:rPr lang="en-US" altLang="zh-CN" dirty="0"/>
              <a:t>MCP</a:t>
            </a:r>
            <a:r>
              <a:rPr lang="zh-CN" altLang="en-US" dirty="0"/>
              <a:t> </a:t>
            </a:r>
            <a:r>
              <a:rPr lang="en-US" altLang="zh-CN" dirty="0"/>
              <a:t>Server</a:t>
            </a:r>
            <a:endParaRPr dirty="0"/>
          </a:p>
        </p:txBody>
      </p:sp>
      <p:sp>
        <p:nvSpPr>
          <p:cNvPr id="380" name="Google Shape;380;p31">
            <a:extLst>
              <a:ext uri="{FF2B5EF4-FFF2-40B4-BE49-F238E27FC236}">
                <a16:creationId xmlns:a16="http://schemas.microsoft.com/office/drawing/2014/main" id="{E9897E71-00F2-BAB3-61A1-E515DEBBB3D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-11800" y="4745875"/>
            <a:ext cx="548700" cy="32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6</a:t>
            </a:fld>
            <a:endParaRPr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27D341A-17D8-12BE-19AD-188DA0BD5020}"/>
              </a:ext>
            </a:extLst>
          </p:cNvPr>
          <p:cNvSpPr/>
          <p:nvPr/>
        </p:nvSpPr>
        <p:spPr>
          <a:xfrm>
            <a:off x="4572000" y="3988120"/>
            <a:ext cx="2184974" cy="657807"/>
          </a:xfrm>
          <a:prstGeom prst="rect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CN" sz="1100" dirty="0"/>
              <a:t>LLMs</a:t>
            </a:r>
            <a:endParaRPr lang="en-CN" dirty="0"/>
          </a:p>
          <a:p>
            <a:pPr algn="ctr"/>
            <a:endParaRPr lang="en-CN" dirty="0"/>
          </a:p>
        </p:txBody>
      </p:sp>
      <p:sp>
        <p:nvSpPr>
          <p:cNvPr id="30" name="Google Shape;378;p31">
            <a:extLst>
              <a:ext uri="{FF2B5EF4-FFF2-40B4-BE49-F238E27FC236}">
                <a16:creationId xmlns:a16="http://schemas.microsoft.com/office/drawing/2014/main" id="{18E3BC08-99B0-6C56-9D94-AA08E16B372C}"/>
              </a:ext>
            </a:extLst>
          </p:cNvPr>
          <p:cNvSpPr txBox="1"/>
          <p:nvPr/>
        </p:nvSpPr>
        <p:spPr>
          <a:xfrm>
            <a:off x="360711" y="1117351"/>
            <a:ext cx="4270281" cy="1935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00050" lvl="0" indent="-285750">
              <a:lnSpc>
                <a:spcPct val="150000"/>
              </a:lnSpc>
              <a:buClr>
                <a:srgbClr val="151515"/>
              </a:buClr>
              <a:buSzPts val="1800"/>
              <a:buFont typeface="Arial" panose="020B0604020202020204" pitchFamily="34" charset="0"/>
              <a:buChar char="•"/>
            </a:pPr>
            <a:r>
              <a:rPr lang="en-US" dirty="0" err="1"/>
              <a:t>AI分析助手</a:t>
            </a:r>
            <a:endParaRPr lang="en-US" dirty="0"/>
          </a:p>
          <a:p>
            <a:pPr marL="400050" lvl="0" indent="-285750">
              <a:lnSpc>
                <a:spcPct val="150000"/>
              </a:lnSpc>
              <a:buClr>
                <a:srgbClr val="151515"/>
              </a:buClr>
              <a:buSzPts val="1800"/>
              <a:buFont typeface="Arial" panose="020B0604020202020204" pitchFamily="34" charset="0"/>
              <a:buChar char="•"/>
            </a:pPr>
            <a:r>
              <a:rPr lang="en-US" dirty="0"/>
              <a:t>Agent-Facing Analytics</a:t>
            </a:r>
          </a:p>
          <a:p>
            <a:pPr marL="400050" lvl="0" indent="-285750">
              <a:lnSpc>
                <a:spcPct val="150000"/>
              </a:lnSpc>
              <a:buClr>
                <a:srgbClr val="151515"/>
              </a:buClr>
              <a:buSzPts val="1800"/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rgbClr val="151515"/>
                </a:solidFill>
                <a:latin typeface="+mn-lt"/>
                <a:ea typeface="Inter"/>
                <a:cs typeface="Inter"/>
                <a:sym typeface="Inter"/>
              </a:rPr>
              <a:t>自然语言交互</a:t>
            </a:r>
            <a:endParaRPr lang="en-US" dirty="0">
              <a:solidFill>
                <a:srgbClr val="151515"/>
              </a:solidFill>
              <a:latin typeface="+mn-lt"/>
              <a:ea typeface="Inter"/>
              <a:cs typeface="Inter"/>
              <a:sym typeface="Inter"/>
            </a:endParaRPr>
          </a:p>
          <a:p>
            <a:pPr marL="400050" indent="-285750">
              <a:lnSpc>
                <a:spcPct val="150000"/>
              </a:lnSpc>
              <a:buClr>
                <a:srgbClr val="151515"/>
              </a:buClr>
              <a:buSzPts val="1800"/>
              <a:buFont typeface="Arial" panose="020B0604020202020204" pitchFamily="34" charset="0"/>
              <a:buChar char="•"/>
            </a:pPr>
            <a:r>
              <a:rPr lang="zh-CN" altLang="en-US" dirty="0"/>
              <a:t>即插即用的工具集成</a:t>
            </a:r>
            <a:endParaRPr lang="en-US" dirty="0">
              <a:solidFill>
                <a:srgbClr val="151515"/>
              </a:solidFill>
              <a:latin typeface="+mn-lt"/>
              <a:ea typeface="Inter"/>
              <a:cs typeface="Inter"/>
              <a:sym typeface="Inter"/>
            </a:endParaRPr>
          </a:p>
          <a:p>
            <a:pPr marL="400050" lvl="0" indent="-285750">
              <a:lnSpc>
                <a:spcPct val="150000"/>
              </a:lnSpc>
              <a:buClr>
                <a:srgbClr val="151515"/>
              </a:buClr>
              <a:buSzPts val="1800"/>
              <a:buFont typeface="Arial" panose="020B0604020202020204" pitchFamily="34" charset="0"/>
              <a:buChar char="•"/>
            </a:pPr>
            <a:endParaRPr dirty="0">
              <a:solidFill>
                <a:srgbClr val="151515"/>
              </a:solidFill>
              <a:latin typeface="+mn-lt"/>
              <a:ea typeface="Inter"/>
              <a:cs typeface="Inter"/>
              <a:sym typeface="Inter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CF0E6E8-1E3E-C625-E177-8C3920482DB5}"/>
              </a:ext>
            </a:extLst>
          </p:cNvPr>
          <p:cNvSpPr/>
          <p:nvPr/>
        </p:nvSpPr>
        <p:spPr>
          <a:xfrm>
            <a:off x="4572000" y="1280763"/>
            <a:ext cx="2184974" cy="2410331"/>
          </a:xfrm>
          <a:prstGeom prst="rect">
            <a:avLst/>
          </a:prstGeom>
          <a:solidFill>
            <a:srgbClr val="FCFF4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100" dirty="0" err="1">
                <a:solidFill>
                  <a:schemeClr val="tx1"/>
                </a:solidFill>
              </a:rPr>
              <a:t>ClickHouse</a:t>
            </a:r>
            <a:r>
              <a:rPr lang="zh-CN" altLang="en-US" sz="1100" dirty="0">
                <a:solidFill>
                  <a:schemeClr val="tx1"/>
                </a:solidFill>
              </a:rPr>
              <a:t> </a:t>
            </a:r>
            <a:r>
              <a:rPr lang="en-US" sz="1100" dirty="0">
                <a:solidFill>
                  <a:schemeClr val="tx1"/>
                </a:solidFill>
              </a:rPr>
              <a:t>MCP</a:t>
            </a:r>
            <a:r>
              <a:rPr lang="zh-CN" altLang="en-US" sz="1100" dirty="0">
                <a:solidFill>
                  <a:schemeClr val="tx1"/>
                </a:solidFill>
              </a:rPr>
              <a:t> </a:t>
            </a:r>
            <a:r>
              <a:rPr lang="en-US" altLang="zh-CN" sz="1100" dirty="0">
                <a:solidFill>
                  <a:schemeClr val="tx1"/>
                </a:solidFill>
              </a:rPr>
              <a:t>Server</a:t>
            </a:r>
            <a:br>
              <a:rPr lang="en-US" altLang="zh-CN" sz="1100" dirty="0">
                <a:solidFill>
                  <a:schemeClr val="tx1"/>
                </a:solidFill>
              </a:rPr>
            </a:br>
            <a:endParaRPr lang="en-CN" sz="2400" dirty="0">
              <a:solidFill>
                <a:schemeClr val="tx1"/>
              </a:solidFill>
            </a:endParaRPr>
          </a:p>
          <a:p>
            <a:pPr algn="ctr"/>
            <a:endParaRPr lang="en-CN" sz="2400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C217E1B-A37A-765A-D9D4-1DD86DAA7A4E}"/>
              </a:ext>
            </a:extLst>
          </p:cNvPr>
          <p:cNvSpPr/>
          <p:nvPr/>
        </p:nvSpPr>
        <p:spPr>
          <a:xfrm>
            <a:off x="7371139" y="1286870"/>
            <a:ext cx="1461155" cy="44046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900" dirty="0">
                <a:solidFill>
                  <a:schemeClr val="tx1"/>
                </a:solidFill>
              </a:rPr>
              <a:t>Execute SQL queries on your </a:t>
            </a:r>
            <a:r>
              <a:rPr lang="en-US" sz="900" dirty="0" err="1">
                <a:solidFill>
                  <a:schemeClr val="tx1"/>
                </a:solidFill>
              </a:rPr>
              <a:t>ClickHouse</a:t>
            </a:r>
            <a:r>
              <a:rPr lang="en-US" sz="900" dirty="0">
                <a:solidFill>
                  <a:schemeClr val="tx1"/>
                </a:solidFill>
              </a:rPr>
              <a:t> cluster.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09F8960-C1B2-A661-932C-5F36DD43F2B2}"/>
              </a:ext>
            </a:extLst>
          </p:cNvPr>
          <p:cNvSpPr/>
          <p:nvPr/>
        </p:nvSpPr>
        <p:spPr>
          <a:xfrm>
            <a:off x="7371141" y="1934986"/>
            <a:ext cx="1461155" cy="47195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900" dirty="0">
                <a:solidFill>
                  <a:schemeClr val="tx1"/>
                </a:solidFill>
              </a:rPr>
              <a:t>List all databases on your </a:t>
            </a:r>
            <a:r>
              <a:rPr lang="en-US" sz="900" dirty="0" err="1">
                <a:solidFill>
                  <a:schemeClr val="tx1"/>
                </a:solidFill>
              </a:rPr>
              <a:t>ClickHouse</a:t>
            </a:r>
            <a:r>
              <a:rPr lang="en-US" sz="900" dirty="0">
                <a:solidFill>
                  <a:schemeClr val="tx1"/>
                </a:solidFill>
              </a:rPr>
              <a:t> cluster.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ADC40C9-5404-5085-A8F3-A49A43854D8E}"/>
              </a:ext>
            </a:extLst>
          </p:cNvPr>
          <p:cNvSpPr/>
          <p:nvPr/>
        </p:nvSpPr>
        <p:spPr>
          <a:xfrm>
            <a:off x="7371142" y="2614590"/>
            <a:ext cx="1461155" cy="43597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900" dirty="0">
                <a:solidFill>
                  <a:schemeClr val="tx1"/>
                </a:solidFill>
              </a:rPr>
              <a:t>List tables in a database with pagination.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79BF4790-A251-0354-03A1-628FB4A6966A}"/>
              </a:ext>
            </a:extLst>
          </p:cNvPr>
          <p:cNvSpPr/>
          <p:nvPr/>
        </p:nvSpPr>
        <p:spPr>
          <a:xfrm>
            <a:off x="4656477" y="4262864"/>
            <a:ext cx="629915" cy="22683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 err="1">
                <a:solidFill>
                  <a:schemeClr val="tx1"/>
                </a:solidFill>
              </a:rPr>
              <a:t>claude</a:t>
            </a:r>
            <a:endParaRPr lang="en-CN" sz="1050" dirty="0">
              <a:solidFill>
                <a:schemeClr val="tx1"/>
              </a:solidFill>
            </a:endParaRP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62088DDC-8C30-8537-5888-935A6B7B1981}"/>
              </a:ext>
            </a:extLst>
          </p:cNvPr>
          <p:cNvSpPr/>
          <p:nvPr/>
        </p:nvSpPr>
        <p:spPr>
          <a:xfrm>
            <a:off x="5347207" y="4262864"/>
            <a:ext cx="629915" cy="22683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 err="1">
                <a:solidFill>
                  <a:schemeClr val="tx1"/>
                </a:solidFill>
              </a:rPr>
              <a:t>chatgpt</a:t>
            </a:r>
            <a:endParaRPr lang="en-CN" sz="1050" dirty="0">
              <a:solidFill>
                <a:schemeClr val="tx1"/>
              </a:solidFill>
            </a:endParaRP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63993515-D9B4-6203-6263-9155AA846A66}"/>
              </a:ext>
            </a:extLst>
          </p:cNvPr>
          <p:cNvSpPr/>
          <p:nvPr/>
        </p:nvSpPr>
        <p:spPr>
          <a:xfrm>
            <a:off x="6037937" y="4262864"/>
            <a:ext cx="629915" cy="22683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</a:rPr>
              <a:t>…</a:t>
            </a:r>
            <a:endParaRPr lang="en-CN" sz="1050" dirty="0">
              <a:solidFill>
                <a:schemeClr val="tx1"/>
              </a:solidFill>
            </a:endParaRPr>
          </a:p>
        </p:txBody>
      </p:sp>
      <p:sp>
        <p:nvSpPr>
          <p:cNvPr id="59" name="Left-Right Arrow 58">
            <a:extLst>
              <a:ext uri="{FF2B5EF4-FFF2-40B4-BE49-F238E27FC236}">
                <a16:creationId xmlns:a16="http://schemas.microsoft.com/office/drawing/2014/main" id="{491F081F-44F7-9B01-8F86-61CBD168DCBF}"/>
              </a:ext>
            </a:extLst>
          </p:cNvPr>
          <p:cNvSpPr/>
          <p:nvPr/>
        </p:nvSpPr>
        <p:spPr>
          <a:xfrm rot="5400000">
            <a:off x="5443711" y="3702225"/>
            <a:ext cx="406089" cy="244361"/>
          </a:xfrm>
          <a:prstGeom prst="left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D2E9152E-ACB7-744C-C274-A88D94BC4885}"/>
              </a:ext>
            </a:extLst>
          </p:cNvPr>
          <p:cNvSpPr/>
          <p:nvPr/>
        </p:nvSpPr>
        <p:spPr>
          <a:xfrm>
            <a:off x="2943050" y="1451637"/>
            <a:ext cx="887991" cy="202456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N" sz="900" dirty="0">
                <a:solidFill>
                  <a:schemeClr val="tx1"/>
                </a:solidFill>
              </a:rPr>
              <a:t>AI</a:t>
            </a:r>
            <a:r>
              <a:rPr lang="zh-CN" altLang="en-US" sz="900" dirty="0">
                <a:solidFill>
                  <a:schemeClr val="tx1"/>
                </a:solidFill>
              </a:rPr>
              <a:t> </a:t>
            </a:r>
            <a:r>
              <a:rPr lang="en-US" altLang="zh-CN" sz="900" dirty="0">
                <a:solidFill>
                  <a:schemeClr val="tx1"/>
                </a:solidFill>
              </a:rPr>
              <a:t>Applications</a:t>
            </a:r>
            <a:endParaRPr lang="en-CN" sz="900" dirty="0"/>
          </a:p>
        </p:txBody>
      </p:sp>
      <p:sp>
        <p:nvSpPr>
          <p:cNvPr id="320" name="Left-Right Arrow 319">
            <a:extLst>
              <a:ext uri="{FF2B5EF4-FFF2-40B4-BE49-F238E27FC236}">
                <a16:creationId xmlns:a16="http://schemas.microsoft.com/office/drawing/2014/main" id="{7F07E754-4C02-02D7-5688-B4A99403A65E}"/>
              </a:ext>
            </a:extLst>
          </p:cNvPr>
          <p:cNvSpPr/>
          <p:nvPr/>
        </p:nvSpPr>
        <p:spPr>
          <a:xfrm rot="10800000">
            <a:off x="3870111" y="2191512"/>
            <a:ext cx="627035" cy="244361"/>
          </a:xfrm>
          <a:prstGeom prst="left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321" name="Rectangle 320">
            <a:extLst>
              <a:ext uri="{FF2B5EF4-FFF2-40B4-BE49-F238E27FC236}">
                <a16:creationId xmlns:a16="http://schemas.microsoft.com/office/drawing/2014/main" id="{4ACC6D38-9E9C-27E7-7F7B-1E002E063D9F}"/>
              </a:ext>
            </a:extLst>
          </p:cNvPr>
          <p:cNvSpPr/>
          <p:nvPr/>
        </p:nvSpPr>
        <p:spPr>
          <a:xfrm>
            <a:off x="4844066" y="1640679"/>
            <a:ext cx="1705519" cy="182381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CN" altLang="zh-CN" sz="1050" dirty="0">
                <a:solidFill>
                  <a:schemeClr val="tx1"/>
                </a:solidFill>
              </a:rPr>
              <a:t>tools</a:t>
            </a:r>
            <a:endParaRPr lang="en-CN" sz="1050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12E143A-495C-C73A-A76C-A25526A733B4}"/>
              </a:ext>
            </a:extLst>
          </p:cNvPr>
          <p:cNvSpPr/>
          <p:nvPr/>
        </p:nvSpPr>
        <p:spPr>
          <a:xfrm>
            <a:off x="4956328" y="1897562"/>
            <a:ext cx="1412276" cy="23129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run_select_query</a:t>
            </a:r>
            <a:endParaRPr lang="en-CN" sz="1200" dirty="0">
              <a:solidFill>
                <a:schemeClr val="tx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9259FEF-48BA-3549-890D-40574FC7E3F5}"/>
              </a:ext>
            </a:extLst>
          </p:cNvPr>
          <p:cNvSpPr/>
          <p:nvPr/>
        </p:nvSpPr>
        <p:spPr>
          <a:xfrm>
            <a:off x="4956328" y="2292936"/>
            <a:ext cx="1412276" cy="23129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list_databases</a:t>
            </a:r>
            <a:endParaRPr lang="en-CN" sz="1200" dirty="0">
              <a:solidFill>
                <a:schemeClr val="tx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3E54403-CF22-3FC3-9104-827853E827E7}"/>
              </a:ext>
            </a:extLst>
          </p:cNvPr>
          <p:cNvSpPr/>
          <p:nvPr/>
        </p:nvSpPr>
        <p:spPr>
          <a:xfrm>
            <a:off x="4956328" y="2688310"/>
            <a:ext cx="1412276" cy="23129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list_tables</a:t>
            </a:r>
            <a:endParaRPr lang="en-CN" sz="1200" dirty="0">
              <a:solidFill>
                <a:schemeClr val="tx1"/>
              </a:solidFill>
            </a:endParaRPr>
          </a:p>
        </p:txBody>
      </p:sp>
      <p:cxnSp>
        <p:nvCxnSpPr>
          <p:cNvPr id="33" name="Elbow Connector 32">
            <a:extLst>
              <a:ext uri="{FF2B5EF4-FFF2-40B4-BE49-F238E27FC236}">
                <a16:creationId xmlns:a16="http://schemas.microsoft.com/office/drawing/2014/main" id="{53691479-C8C9-4104-60FA-985D58AE16AE}"/>
              </a:ext>
            </a:extLst>
          </p:cNvPr>
          <p:cNvCxnSpPr>
            <a:cxnSpLocks/>
            <a:stCxn id="22" idx="3"/>
            <a:endCxn id="17" idx="1"/>
          </p:cNvCxnSpPr>
          <p:nvPr/>
        </p:nvCxnSpPr>
        <p:spPr>
          <a:xfrm flipV="1">
            <a:off x="6368604" y="1507101"/>
            <a:ext cx="1002535" cy="506106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2" name="Elbow Connector 41">
            <a:extLst>
              <a:ext uri="{FF2B5EF4-FFF2-40B4-BE49-F238E27FC236}">
                <a16:creationId xmlns:a16="http://schemas.microsoft.com/office/drawing/2014/main" id="{B812E2DD-0801-1E6D-EB89-17DF3DC53450}"/>
              </a:ext>
            </a:extLst>
          </p:cNvPr>
          <p:cNvCxnSpPr>
            <a:cxnSpLocks/>
            <a:stCxn id="10" idx="3"/>
            <a:endCxn id="25" idx="1"/>
          </p:cNvCxnSpPr>
          <p:nvPr/>
        </p:nvCxnSpPr>
        <p:spPr>
          <a:xfrm>
            <a:off x="6368604" y="2803955"/>
            <a:ext cx="1002538" cy="28621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Rectangle 4">
            <a:extLst>
              <a:ext uri="{FF2B5EF4-FFF2-40B4-BE49-F238E27FC236}">
                <a16:creationId xmlns:a16="http://schemas.microsoft.com/office/drawing/2014/main" id="{B77D0ACB-9A15-5460-3F0D-2E25ECB32A94}"/>
              </a:ext>
            </a:extLst>
          </p:cNvPr>
          <p:cNvSpPr/>
          <p:nvPr/>
        </p:nvSpPr>
        <p:spPr>
          <a:xfrm>
            <a:off x="4940618" y="3083685"/>
            <a:ext cx="1412276" cy="23129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run_chdb_query</a:t>
            </a:r>
            <a:endParaRPr lang="en-CN" sz="1200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118B8C3-88A3-FAD2-CBA1-505ADFE8D330}"/>
              </a:ext>
            </a:extLst>
          </p:cNvPr>
          <p:cNvSpPr txBox="1"/>
          <p:nvPr/>
        </p:nvSpPr>
        <p:spPr>
          <a:xfrm>
            <a:off x="536900" y="4745875"/>
            <a:ext cx="306045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chemeClr val="bg1">
                    <a:lumMod val="65000"/>
                  </a:schemeClr>
                </a:solidFill>
              </a:rPr>
              <a:t>https://</a:t>
            </a:r>
            <a:r>
              <a:rPr lang="en-US" sz="1100" dirty="0" err="1">
                <a:solidFill>
                  <a:schemeClr val="bg1">
                    <a:lumMod val="65000"/>
                  </a:schemeClr>
                </a:solidFill>
              </a:rPr>
              <a:t>github.com</a:t>
            </a:r>
            <a:r>
              <a:rPr lang="en-US" sz="1100" dirty="0">
                <a:solidFill>
                  <a:schemeClr val="bg1">
                    <a:lumMod val="65000"/>
                  </a:schemeClr>
                </a:solidFill>
              </a:rPr>
              <a:t>/</a:t>
            </a:r>
            <a:r>
              <a:rPr lang="en-US" sz="1100" dirty="0" err="1">
                <a:solidFill>
                  <a:schemeClr val="bg1">
                    <a:lumMod val="65000"/>
                  </a:schemeClr>
                </a:solidFill>
              </a:rPr>
              <a:t>ClickHouse</a:t>
            </a:r>
            <a:r>
              <a:rPr lang="en-US" sz="1100" dirty="0">
                <a:solidFill>
                  <a:schemeClr val="bg1">
                    <a:lumMod val="65000"/>
                  </a:schemeClr>
                </a:solidFill>
              </a:rPr>
              <a:t>/</a:t>
            </a:r>
            <a:r>
              <a:rPr lang="en-US" sz="1100" dirty="0" err="1">
                <a:solidFill>
                  <a:schemeClr val="bg1">
                    <a:lumMod val="65000"/>
                  </a:schemeClr>
                </a:solidFill>
              </a:rPr>
              <a:t>mcp-clickhouse</a:t>
            </a:r>
            <a:endParaRPr lang="en-CN" sz="1100" dirty="0">
              <a:solidFill>
                <a:schemeClr val="bg1">
                  <a:lumMod val="65000"/>
                </a:schemeClr>
              </a:solidFill>
            </a:endParaRPr>
          </a:p>
        </p:txBody>
      </p:sp>
      <p:cxnSp>
        <p:nvCxnSpPr>
          <p:cNvPr id="26" name="Elbow Connector 25">
            <a:extLst>
              <a:ext uri="{FF2B5EF4-FFF2-40B4-BE49-F238E27FC236}">
                <a16:creationId xmlns:a16="http://schemas.microsoft.com/office/drawing/2014/main" id="{3D61419B-EB6D-7B23-9133-741418641BAD}"/>
              </a:ext>
            </a:extLst>
          </p:cNvPr>
          <p:cNvCxnSpPr>
            <a:cxnSpLocks/>
            <a:stCxn id="8" idx="3"/>
            <a:endCxn id="13" idx="1"/>
          </p:cNvCxnSpPr>
          <p:nvPr/>
        </p:nvCxnSpPr>
        <p:spPr>
          <a:xfrm flipV="1">
            <a:off x="6368604" y="2170961"/>
            <a:ext cx="1002537" cy="237620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7" name="Rectangle 36">
            <a:extLst>
              <a:ext uri="{FF2B5EF4-FFF2-40B4-BE49-F238E27FC236}">
                <a16:creationId xmlns:a16="http://schemas.microsoft.com/office/drawing/2014/main" id="{4F54FA68-D6B6-9487-7B14-DC9EAAF88213}"/>
              </a:ext>
            </a:extLst>
          </p:cNvPr>
          <p:cNvSpPr/>
          <p:nvPr/>
        </p:nvSpPr>
        <p:spPr>
          <a:xfrm>
            <a:off x="7371138" y="3258217"/>
            <a:ext cx="1461155" cy="43597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900" dirty="0">
                <a:solidFill>
                  <a:schemeClr val="tx1"/>
                </a:solidFill>
              </a:rPr>
              <a:t>Execute SQL queries using </a:t>
            </a:r>
            <a:r>
              <a:rPr lang="en-US" altLang="zh-CN" sz="900" dirty="0" err="1">
                <a:solidFill>
                  <a:schemeClr val="tx1"/>
                </a:solidFill>
              </a:rPr>
              <a:t>chDB's</a:t>
            </a:r>
            <a:r>
              <a:rPr lang="en-US" altLang="zh-CN" sz="900" dirty="0">
                <a:solidFill>
                  <a:schemeClr val="tx1"/>
                </a:solidFill>
              </a:rPr>
              <a:t> embedded </a:t>
            </a:r>
            <a:r>
              <a:rPr lang="en-US" altLang="zh-CN" sz="900" dirty="0" err="1">
                <a:solidFill>
                  <a:schemeClr val="tx1"/>
                </a:solidFill>
              </a:rPr>
              <a:t>ClickHouse</a:t>
            </a:r>
            <a:r>
              <a:rPr lang="en-US" altLang="zh-CN" sz="900" dirty="0">
                <a:solidFill>
                  <a:schemeClr val="tx1"/>
                </a:solidFill>
              </a:rPr>
              <a:t> engine.</a:t>
            </a:r>
          </a:p>
        </p:txBody>
      </p:sp>
      <p:cxnSp>
        <p:nvCxnSpPr>
          <p:cNvPr id="41" name="Elbow Connector 40">
            <a:extLst>
              <a:ext uri="{FF2B5EF4-FFF2-40B4-BE49-F238E27FC236}">
                <a16:creationId xmlns:a16="http://schemas.microsoft.com/office/drawing/2014/main" id="{4BC4C7FC-33C1-8A56-3E2E-D2115AAB0783}"/>
              </a:ext>
            </a:extLst>
          </p:cNvPr>
          <p:cNvCxnSpPr>
            <a:cxnSpLocks/>
            <a:stCxn id="5" idx="3"/>
            <a:endCxn id="37" idx="1"/>
          </p:cNvCxnSpPr>
          <p:nvPr/>
        </p:nvCxnSpPr>
        <p:spPr>
          <a:xfrm>
            <a:off x="6352894" y="3199330"/>
            <a:ext cx="1018244" cy="276873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730120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96CA83-6DCB-6A28-E135-F394D15DF9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8E388022-6410-269E-8F5B-A18A5948EB8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 smtClean="0"/>
              <a:t>7</a:t>
            </a:fld>
            <a:endParaRPr lang="e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E73DF2B-37A9-559E-FC80-13FB1DFBC880}"/>
              </a:ext>
            </a:extLst>
          </p:cNvPr>
          <p:cNvSpPr txBox="1"/>
          <p:nvPr/>
        </p:nvSpPr>
        <p:spPr>
          <a:xfrm>
            <a:off x="979135" y="2103865"/>
            <a:ext cx="7185729" cy="6765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CN" altLang="zh-CN" sz="2800" b="1" kern="100" dirty="0">
                <a:latin typeface="+mn-lt"/>
                <a:ea typeface="DengXian" panose="02010600030101010101" pitchFamily="2" charset="-122"/>
                <a:cs typeface="Times New Roman" panose="02020603050405020304" pitchFamily="18" charset="0"/>
              </a:rPr>
              <a:t>Demo</a:t>
            </a:r>
            <a:endParaRPr lang="en-US" altLang="zh-CN" sz="1800" b="1" kern="100" dirty="0">
              <a:latin typeface="+mn-lt"/>
              <a:ea typeface="DengXia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7A532FB4-5237-6938-3A89-34BF2DD74D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 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34741743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3" name="Google Shape;1963;p201"/>
          <p:cNvSpPr txBox="1">
            <a:spLocks noGrp="1"/>
          </p:cNvSpPr>
          <p:nvPr>
            <p:ph type="title"/>
          </p:nvPr>
        </p:nvSpPr>
        <p:spPr>
          <a:xfrm>
            <a:off x="311700" y="3688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151515"/>
                </a:solidFill>
              </a:rPr>
              <a:t>谢谢!</a:t>
            </a:r>
            <a:endParaRPr>
              <a:solidFill>
                <a:srgbClr val="151515"/>
              </a:solidFill>
            </a:endParaRPr>
          </a:p>
        </p:txBody>
      </p:sp>
      <p:sp>
        <p:nvSpPr>
          <p:cNvPr id="1964" name="Google Shape;1964;p201"/>
          <p:cNvSpPr txBox="1">
            <a:spLocks noGrp="1"/>
          </p:cNvSpPr>
          <p:nvPr>
            <p:ph type="body" idx="4294967295"/>
          </p:nvPr>
        </p:nvSpPr>
        <p:spPr>
          <a:xfrm>
            <a:off x="460500" y="958925"/>
            <a:ext cx="8222700" cy="353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1270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 sz="1600" dirty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965" name="Google Shape;1965;p201"/>
          <p:cNvSpPr txBox="1">
            <a:spLocks noGrp="1"/>
          </p:cNvSpPr>
          <p:nvPr>
            <p:ph type="sldNum" idx="12"/>
          </p:nvPr>
        </p:nvSpPr>
        <p:spPr>
          <a:xfrm>
            <a:off x="0" y="4749150"/>
            <a:ext cx="548700" cy="39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8</a:t>
            </a:fld>
            <a:endParaRPr/>
          </a:p>
        </p:txBody>
      </p:sp>
      <p:pic>
        <p:nvPicPr>
          <p:cNvPr id="1966" name="Google Shape;1966;p20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94525" y="2114327"/>
            <a:ext cx="1430075" cy="1408306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7" name="Google Shape;1967;p20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338812" y="2042933"/>
            <a:ext cx="1430075" cy="1402750"/>
          </a:xfrm>
          <a:prstGeom prst="rect">
            <a:avLst/>
          </a:prstGeom>
          <a:noFill/>
          <a:ln>
            <a:noFill/>
          </a:ln>
        </p:spPr>
      </p:pic>
      <p:sp>
        <p:nvSpPr>
          <p:cNvPr id="1968" name="Google Shape;1968;p201"/>
          <p:cNvSpPr txBox="1"/>
          <p:nvPr/>
        </p:nvSpPr>
        <p:spPr>
          <a:xfrm>
            <a:off x="5240338" y="1645658"/>
            <a:ext cx="3627000" cy="39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立刻申请免费试用ClickHouse企业版</a:t>
            </a:r>
            <a:endParaRPr sz="16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>
              <a:latin typeface="Hind Siliguri"/>
              <a:ea typeface="Hind Siliguri"/>
              <a:cs typeface="Hind Siliguri"/>
              <a:sym typeface="Hind Siliguri"/>
            </a:endParaRPr>
          </a:p>
        </p:txBody>
      </p:sp>
      <p:sp>
        <p:nvSpPr>
          <p:cNvPr id="1969" name="Google Shape;1969;p201"/>
          <p:cNvSpPr txBox="1"/>
          <p:nvPr/>
        </p:nvSpPr>
        <p:spPr>
          <a:xfrm>
            <a:off x="620800" y="1645658"/>
            <a:ext cx="3842700" cy="39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敬请关注ClickHouse官方公众号</a:t>
            </a:r>
            <a:endParaRPr>
              <a:latin typeface="Hind Siliguri"/>
              <a:ea typeface="Hind Siliguri"/>
              <a:cs typeface="Hind Siliguri"/>
              <a:sym typeface="Hind Siligu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Simple Light">
  <a:themeElements>
    <a:clrScheme name="Simple Light">
      <a:dk1>
        <a:srgbClr val="151515"/>
      </a:dk1>
      <a:lt1>
        <a:srgbClr val="FFFFFF"/>
      </a:lt1>
      <a:dk2>
        <a:srgbClr val="606060"/>
      </a:dk2>
      <a:lt2>
        <a:srgbClr val="C0C0C0"/>
      </a:lt2>
      <a:accent1>
        <a:srgbClr val="4285F4"/>
      </a:accent1>
      <a:accent2>
        <a:srgbClr val="FBFF56"/>
      </a:accent2>
      <a:accent3>
        <a:srgbClr val="2AC656"/>
      </a:accent3>
      <a:accent4>
        <a:srgbClr val="81E59D"/>
      </a:accent4>
      <a:accent5>
        <a:srgbClr val="F10000"/>
      </a:accent5>
      <a:accent6>
        <a:srgbClr val="FF7575"/>
      </a:accent6>
      <a:hlink>
        <a:srgbClr val="135BE6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3425</TotalTime>
  <Words>307</Words>
  <Application>Microsoft Macintosh PowerPoint</Application>
  <PresentationFormat>On-screen Show (16:9)</PresentationFormat>
  <Paragraphs>108</Paragraphs>
  <Slides>8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8</vt:i4>
      </vt:variant>
    </vt:vector>
  </HeadingPairs>
  <TitlesOfParts>
    <vt:vector size="22" baseType="lpstr">
      <vt:lpstr>DengXian</vt:lpstr>
      <vt:lpstr>Inter</vt:lpstr>
      <vt:lpstr>Inter Black</vt:lpstr>
      <vt:lpstr>Inter ExtraBold</vt:lpstr>
      <vt:lpstr>Inter Medium</vt:lpstr>
      <vt:lpstr>Inter SemiBold</vt:lpstr>
      <vt:lpstr>Aptos</vt:lpstr>
      <vt:lpstr>Aptos Display</vt:lpstr>
      <vt:lpstr>Arial</vt:lpstr>
      <vt:lpstr>Hind Siliguri</vt:lpstr>
      <vt:lpstr>Inconsolata</vt:lpstr>
      <vt:lpstr>Open Sans</vt:lpstr>
      <vt:lpstr>1_Simple Light</vt:lpstr>
      <vt:lpstr>Office Theme</vt:lpstr>
      <vt:lpstr>ClickHouse MCP 使用指南 </vt:lpstr>
      <vt:lpstr>Agenda</vt:lpstr>
      <vt:lpstr>早期阶段 - 孤立的 LLM</vt:lpstr>
      <vt:lpstr>中期阶段 – 让 LLM 联网</vt:lpstr>
      <vt:lpstr>当前阶段 – 开发协议标准化</vt:lpstr>
      <vt:lpstr>ClickHouse MCP Server</vt:lpstr>
      <vt:lpstr> </vt:lpstr>
      <vt:lpstr>谢谢!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ClickHouse MergeTree 最佳实践</dc:title>
  <cp:lastModifiedBy>凯 朱</cp:lastModifiedBy>
  <cp:revision>285</cp:revision>
  <dcterms:modified xsi:type="dcterms:W3CDTF">2025-12-19T06:47:21Z</dcterms:modified>
</cp:coreProperties>
</file>